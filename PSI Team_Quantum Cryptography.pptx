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5"/>
  </p:notesMasterIdLst>
  <p:sldIdLst>
    <p:sldId id="273" r:id="rId2"/>
    <p:sldId id="258" r:id="rId3"/>
    <p:sldId id="276" r:id="rId4"/>
    <p:sldId id="257" r:id="rId5"/>
    <p:sldId id="259" r:id="rId6"/>
    <p:sldId id="272" r:id="rId7"/>
    <p:sldId id="275" r:id="rId8"/>
    <p:sldId id="278" r:id="rId9"/>
    <p:sldId id="280" r:id="rId10"/>
    <p:sldId id="270" r:id="rId11"/>
    <p:sldId id="269" r:id="rId12"/>
    <p:sldId id="281" r:id="rId13"/>
    <p:sldId id="271" r:id="rId14"/>
  </p:sldIdLst>
  <p:sldSz cx="18288000" cy="10287000"/>
  <p:notesSz cx="6858000" cy="9144000"/>
  <p:embeddedFontLst>
    <p:embeddedFont>
      <p:font typeface="Abadi" panose="020B0604020104020204" pitchFamily="34" charset="0"/>
      <p:regular r:id="rId16"/>
      <p:bold r:id="rId17"/>
      <p:italic r:id="rId18"/>
      <p:boldItalic r:id="rId19"/>
    </p:embeddedFont>
    <p:embeddedFont>
      <p:font typeface="Berlin Sans FB Demi" panose="020E0802020502020306" pitchFamily="34" charset="0"/>
      <p:bold r:id="rId20"/>
    </p:embeddedFont>
    <p:embeddedFont>
      <p:font typeface="Cambria Math" panose="02040503050406030204" pitchFamily="18" charset="0"/>
      <p:regular r:id="rId21"/>
    </p:embeddedFont>
    <p:embeddedFont>
      <p:font typeface="Gotham" panose="020B0604020202020204" charset="0"/>
      <p:regular r:id="rId22"/>
    </p:embeddedFont>
    <p:embeddedFont>
      <p:font typeface="Gotham Bold" panose="020B0604020202020204" charset="0"/>
      <p:regular r:id="rId23"/>
    </p:embeddedFont>
    <p:embeddedFont>
      <p:font typeface="Neue Haas Grotesk Text Pro" panose="020B0504020202020204" pitchFamily="34" charset="0"/>
      <p:regular r:id="rId24"/>
      <p:bold r:id="rId25"/>
      <p:italic r:id="rId26"/>
      <p:boldItalic r:id="rId27"/>
    </p:embeddedFont>
    <p:embeddedFont>
      <p:font typeface="Times New Roman Bold" panose="02020803070505020304" pitchFamily="18" charset="0"/>
      <p:bold r:id="rId28"/>
    </p:embeddedFont>
    <p:embeddedFont>
      <p:font typeface="Times New Roman MT Condensed" panose="020B0604020202020204" charset="0"/>
      <p:regular r:id="rId29"/>
    </p:embeddedFont>
    <p:embeddedFont>
      <p:font typeface="Times New Roman MT Condensed Bold" panose="020B0604020202020204" charset="0"/>
      <p:regular r:id="rId30"/>
    </p:embeddedFont>
    <p:embeddedFont>
      <p:font typeface="Times New Roman MT Condensed Italics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AFFD0-F93A-4CC8-B5D7-7CF0D8680E43}" v="112" dt="2026-09-08T09:44:11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22" autoAdjust="0"/>
  </p:normalViewPr>
  <p:slideViewPr>
    <p:cSldViewPr>
      <p:cViewPr varScale="1">
        <p:scale>
          <a:sx n="48" d="100"/>
          <a:sy n="48" d="100"/>
        </p:scale>
        <p:origin x="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raa Mohamed" userId="3a8d9ba6c86229f9" providerId="LiveId" clId="{9E4C49A7-7ED7-4338-BF1B-D37B453EC31A}"/>
    <pc:docChg chg="undo redo custSel addSld delSld modSld sldOrd">
      <pc:chgData name="Esraa Mohamed" userId="3a8d9ba6c86229f9" providerId="LiveId" clId="{9E4C49A7-7ED7-4338-BF1B-D37B453EC31A}" dt="2026-09-08T10:47:41.766" v="1097" actId="20577"/>
      <pc:docMkLst>
        <pc:docMk/>
      </pc:docMkLst>
      <pc:sldChg chg="addSp delSp modSp add del mod ord setBg">
        <pc:chgData name="Esraa Mohamed" userId="3a8d9ba6c86229f9" providerId="LiveId" clId="{9E4C49A7-7ED7-4338-BF1B-D37B453EC31A}" dt="2026-09-07T22:10:50.038" v="208" actId="2696"/>
        <pc:sldMkLst>
          <pc:docMk/>
          <pc:sldMk cId="0" sldId="256"/>
        </pc:sldMkLst>
        <pc:spChg chg="add del">
          <ac:chgData name="Esraa Mohamed" userId="3a8d9ba6c86229f9" providerId="LiveId" clId="{9E4C49A7-7ED7-4338-BF1B-D37B453EC31A}" dt="2026-09-07T22:04:26.796" v="10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Esraa Mohamed" userId="3a8d9ba6c86229f9" providerId="LiveId" clId="{9E4C49A7-7ED7-4338-BF1B-D37B453EC31A}" dt="2026-09-07T22:04:19.644" v="5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Esraa Mohamed" userId="3a8d9ba6c86229f9" providerId="LiveId" clId="{9E4C49A7-7ED7-4338-BF1B-D37B453EC31A}" dt="2026-09-07T22:05:27.038" v="29" actId="478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Esraa Mohamed" userId="3a8d9ba6c86229f9" providerId="LiveId" clId="{9E4C49A7-7ED7-4338-BF1B-D37B453EC31A}" dt="2026-09-07T22:05:35.822" v="30" actId="478"/>
          <ac:spMkLst>
            <pc:docMk/>
            <pc:sldMk cId="0" sldId="256"/>
            <ac:spMk id="5" creationId="{00000000-0000-0000-0000-000000000000}"/>
          </ac:spMkLst>
        </pc:spChg>
        <pc:spChg chg="add del">
          <ac:chgData name="Esraa Mohamed" userId="3a8d9ba6c86229f9" providerId="LiveId" clId="{9E4C49A7-7ED7-4338-BF1B-D37B453EC31A}" dt="2026-09-07T22:04:32.147" v="12" actId="478"/>
          <ac:spMkLst>
            <pc:docMk/>
            <pc:sldMk cId="0" sldId="256"/>
            <ac:spMk id="6" creationId="{00000000-0000-0000-0000-000000000000}"/>
          </ac:spMkLst>
        </pc:spChg>
        <pc:spChg chg="add del">
          <ac:chgData name="Esraa Mohamed" userId="3a8d9ba6c86229f9" providerId="LiveId" clId="{9E4C49A7-7ED7-4338-BF1B-D37B453EC31A}" dt="2026-09-07T22:06:51.929" v="69" actId="478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Esraa Mohamed" userId="3a8d9ba6c86229f9" providerId="LiveId" clId="{9E4C49A7-7ED7-4338-BF1B-D37B453EC31A}" dt="2026-09-07T22:04:21.051" v="8"/>
          <ac:spMkLst>
            <pc:docMk/>
            <pc:sldMk cId="0" sldId="256"/>
            <ac:spMk id="8" creationId="{D4C77B26-89CE-0081-AEC1-BD7C311F75B0}"/>
          </ac:spMkLst>
        </pc:spChg>
        <pc:spChg chg="add del mod">
          <ac:chgData name="Esraa Mohamed" userId="3a8d9ba6c86229f9" providerId="LiveId" clId="{9E4C49A7-7ED7-4338-BF1B-D37B453EC31A}" dt="2026-09-07T22:04:32.149" v="14"/>
          <ac:spMkLst>
            <pc:docMk/>
            <pc:sldMk cId="0" sldId="256"/>
            <ac:spMk id="9" creationId="{7EC89F19-6F0E-A25A-756C-6FE3D8F2FD08}"/>
          </ac:spMkLst>
        </pc:spChg>
        <pc:spChg chg="add mod">
          <ac:chgData name="Esraa Mohamed" userId="3a8d9ba6c86229f9" providerId="LiveId" clId="{9E4C49A7-7ED7-4338-BF1B-D37B453EC31A}" dt="2026-09-07T22:05:23.445" v="24" actId="767"/>
          <ac:spMkLst>
            <pc:docMk/>
            <pc:sldMk cId="0" sldId="256"/>
            <ac:spMk id="10" creationId="{EBF61637-300A-FD08-F251-9653B058AC77}"/>
          </ac:spMkLst>
        </pc:spChg>
        <pc:spChg chg="add del mod">
          <ac:chgData name="Esraa Mohamed" userId="3a8d9ba6c86229f9" providerId="LiveId" clId="{9E4C49A7-7ED7-4338-BF1B-D37B453EC31A}" dt="2026-09-07T22:08:12.763" v="86" actId="21"/>
          <ac:spMkLst>
            <pc:docMk/>
            <pc:sldMk cId="0" sldId="256"/>
            <ac:spMk id="11" creationId="{03785709-E2AA-B3E8-B760-AEB1F2CA5BAB}"/>
          </ac:spMkLst>
        </pc:spChg>
      </pc:sldChg>
      <pc:sldChg chg="addSp modSp mod">
        <pc:chgData name="Esraa Mohamed" userId="3a8d9ba6c86229f9" providerId="LiveId" clId="{9E4C49A7-7ED7-4338-BF1B-D37B453EC31A}" dt="2026-09-08T08:31:42.807" v="696" actId="20577"/>
        <pc:sldMkLst>
          <pc:docMk/>
          <pc:sldMk cId="0" sldId="257"/>
        </pc:sldMkLst>
        <pc:spChg chg="mod">
          <ac:chgData name="Esraa Mohamed" userId="3a8d9ba6c86229f9" providerId="LiveId" clId="{9E4C49A7-7ED7-4338-BF1B-D37B453EC31A}" dt="2026-09-08T08:31:42.807" v="696" actId="20577"/>
          <ac:spMkLst>
            <pc:docMk/>
            <pc:sldMk cId="0" sldId="257"/>
            <ac:spMk id="4" creationId="{00000000-0000-0000-0000-000000000000}"/>
          </ac:spMkLst>
        </pc:spChg>
        <pc:picChg chg="mod">
          <ac:chgData name="Esraa Mohamed" userId="3a8d9ba6c86229f9" providerId="LiveId" clId="{9E4C49A7-7ED7-4338-BF1B-D37B453EC31A}" dt="2026-09-07T22:10:42.595" v="207" actId="14100"/>
          <ac:picMkLst>
            <pc:docMk/>
            <pc:sldMk cId="0" sldId="257"/>
            <ac:picMk id="8" creationId="{23CE5B12-BEB8-93DE-6C78-53D9403ADBEB}"/>
          </ac:picMkLst>
        </pc:picChg>
        <pc:picChg chg="add">
          <ac:chgData name="Esraa Mohamed" userId="3a8d9ba6c86229f9" providerId="LiveId" clId="{9E4C49A7-7ED7-4338-BF1B-D37B453EC31A}" dt="2026-09-07T22:12:23.709" v="241" actId="22"/>
          <ac:picMkLst>
            <pc:docMk/>
            <pc:sldMk cId="0" sldId="257"/>
            <ac:picMk id="10" creationId="{03F639BF-BBCB-BB12-E3AB-6349E4428D88}"/>
          </ac:picMkLst>
        </pc:picChg>
      </pc:sldChg>
      <pc:sldChg chg="addSp modSp mod">
        <pc:chgData name="Esraa Mohamed" userId="3a8d9ba6c86229f9" providerId="LiveId" clId="{9E4C49A7-7ED7-4338-BF1B-D37B453EC31A}" dt="2026-09-08T05:29:57.599" v="445" actId="1036"/>
        <pc:sldMkLst>
          <pc:docMk/>
          <pc:sldMk cId="0" sldId="258"/>
        </pc:sldMkLst>
        <pc:picChg chg="add mod">
          <ac:chgData name="Esraa Mohamed" userId="3a8d9ba6c86229f9" providerId="LiveId" clId="{9E4C49A7-7ED7-4338-BF1B-D37B453EC31A}" dt="2026-09-08T05:29:57.599" v="445" actId="1036"/>
          <ac:picMkLst>
            <pc:docMk/>
            <pc:sldMk cId="0" sldId="258"/>
            <ac:picMk id="7" creationId="{5F79066B-2D86-871D-93CC-A52D29E760DF}"/>
          </ac:picMkLst>
        </pc:picChg>
      </pc:sldChg>
      <pc:sldChg chg="addSp delSp modSp mod">
        <pc:chgData name="Esraa Mohamed" userId="3a8d9ba6c86229f9" providerId="LiveId" clId="{9E4C49A7-7ED7-4338-BF1B-D37B453EC31A}" dt="2026-09-08T10:42:14.283" v="1090" actId="22"/>
        <pc:sldMkLst>
          <pc:docMk/>
          <pc:sldMk cId="0" sldId="259"/>
        </pc:sldMkLst>
        <pc:spChg chg="add mod">
          <ac:chgData name="Esraa Mohamed" userId="3a8d9ba6c86229f9" providerId="LiveId" clId="{9E4C49A7-7ED7-4338-BF1B-D37B453EC31A}" dt="2026-09-08T09:41:57.107" v="1040" actId="767"/>
          <ac:spMkLst>
            <pc:docMk/>
            <pc:sldMk cId="0" sldId="259"/>
            <ac:spMk id="2" creationId="{F9D97595-6D0E-F862-3E4B-341FA678015D}"/>
          </ac:spMkLst>
        </pc:spChg>
        <pc:spChg chg="add del mod">
          <ac:chgData name="Esraa Mohamed" userId="3a8d9ba6c86229f9" providerId="LiveId" clId="{9E4C49A7-7ED7-4338-BF1B-D37B453EC31A}" dt="2026-09-08T09:42:02.319" v="1051" actId="403"/>
          <ac:spMkLst>
            <pc:docMk/>
            <pc:sldMk cId="0" sldId="259"/>
            <ac:spMk id="5" creationId="{9086D460-2096-6AE6-5A10-F5238B57BF8C}"/>
          </ac:spMkLst>
        </pc:spChg>
        <pc:spChg chg="mod">
          <ac:chgData name="Esraa Mohamed" userId="3a8d9ba6c86229f9" providerId="LiveId" clId="{9E4C49A7-7ED7-4338-BF1B-D37B453EC31A}" dt="2026-09-08T10:41:31.806" v="1081" actId="20577"/>
          <ac:spMkLst>
            <pc:docMk/>
            <pc:sldMk cId="0" sldId="259"/>
            <ac:spMk id="6" creationId="{11940575-107A-ADA6-174F-56482EB05298}"/>
          </ac:spMkLst>
        </pc:spChg>
        <pc:spChg chg="mod">
          <ac:chgData name="Esraa Mohamed" userId="3a8d9ba6c86229f9" providerId="LiveId" clId="{9E4C49A7-7ED7-4338-BF1B-D37B453EC31A}" dt="2026-09-08T10:39:26.872" v="1066" actId="20577"/>
          <ac:spMkLst>
            <pc:docMk/>
            <pc:sldMk cId="0" sldId="259"/>
            <ac:spMk id="10" creationId="{E61DA458-9549-4CE0-1784-7D0C8786786F}"/>
          </ac:spMkLst>
        </pc:spChg>
        <pc:picChg chg="add">
          <ac:chgData name="Esraa Mohamed" userId="3a8d9ba6c86229f9" providerId="LiveId" clId="{9E4C49A7-7ED7-4338-BF1B-D37B453EC31A}" dt="2026-09-07T22:12:26.358" v="243" actId="22"/>
          <ac:picMkLst>
            <pc:docMk/>
            <pc:sldMk cId="0" sldId="259"/>
            <ac:picMk id="3" creationId="{88AE012C-3AAD-CD3D-F3F4-BF5DDBF19279}"/>
          </ac:picMkLst>
        </pc:picChg>
        <pc:picChg chg="mod">
          <ac:chgData name="Esraa Mohamed" userId="3a8d9ba6c86229f9" providerId="LiveId" clId="{9E4C49A7-7ED7-4338-BF1B-D37B453EC31A}" dt="2026-09-08T09:42:01.406" v="1049" actId="1076"/>
          <ac:picMkLst>
            <pc:docMk/>
            <pc:sldMk cId="0" sldId="259"/>
            <ac:picMk id="8" creationId="{830DCDB1-B6BB-E7E5-4E58-E24ACA2E2CD1}"/>
          </ac:picMkLst>
        </pc:picChg>
        <pc:picChg chg="add del mod">
          <ac:chgData name="Esraa Mohamed" userId="3a8d9ba6c86229f9" providerId="LiveId" clId="{9E4C49A7-7ED7-4338-BF1B-D37B453EC31A}" dt="2026-09-08T10:42:14.283" v="1090" actId="22"/>
          <ac:picMkLst>
            <pc:docMk/>
            <pc:sldMk cId="0" sldId="259"/>
            <ac:picMk id="9" creationId="{410E699E-062D-14F1-2773-442508BE51A6}"/>
          </ac:picMkLst>
        </pc:picChg>
      </pc:sldChg>
      <pc:sldChg chg="addSp delSp modSp add del mod setBg">
        <pc:chgData name="Esraa Mohamed" userId="3a8d9ba6c86229f9" providerId="LiveId" clId="{9E4C49A7-7ED7-4338-BF1B-D37B453EC31A}" dt="2026-09-08T08:27:44.782" v="666" actId="47"/>
        <pc:sldMkLst>
          <pc:docMk/>
          <pc:sldMk cId="0" sldId="264"/>
        </pc:sldMkLst>
        <pc:spChg chg="add del mod">
          <ac:chgData name="Esraa Mohamed" userId="3a8d9ba6c86229f9" providerId="LiveId" clId="{9E4C49A7-7ED7-4338-BF1B-D37B453EC31A}" dt="2026-09-08T08:20:16.149" v="632" actId="21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Esraa Mohamed" userId="3a8d9ba6c86229f9" providerId="LiveId" clId="{9E4C49A7-7ED7-4338-BF1B-D37B453EC31A}" dt="2026-09-08T08:19:23.412" v="621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add del mod ord setBg">
        <pc:chgData name="Esraa Mohamed" userId="3a8d9ba6c86229f9" providerId="LiveId" clId="{9E4C49A7-7ED7-4338-BF1B-D37B453EC31A}" dt="2026-09-08T09:20:05.972" v="907" actId="47"/>
        <pc:sldMkLst>
          <pc:docMk/>
          <pc:sldMk cId="0" sldId="265"/>
        </pc:sldMkLst>
        <pc:spChg chg="mod modCrop">
          <ac:chgData name="Esraa Mohamed" userId="3a8d9ba6c86229f9" providerId="LiveId" clId="{9E4C49A7-7ED7-4338-BF1B-D37B453EC31A}" dt="2026-09-08T09:11:11.293" v="836" actId="732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Esraa Mohamed" userId="3a8d9ba6c86229f9" providerId="LiveId" clId="{9E4C49A7-7ED7-4338-BF1B-D37B453EC31A}" dt="2026-09-08T08:33:20.944" v="710" actId="478"/>
          <ac:spMkLst>
            <pc:docMk/>
            <pc:sldMk cId="0" sldId="265"/>
            <ac:spMk id="4" creationId="{401174AA-33E8-2608-143E-9A2080CEA677}"/>
          </ac:spMkLst>
        </pc:spChg>
        <pc:spChg chg="add del mod">
          <ac:chgData name="Esraa Mohamed" userId="3a8d9ba6c86229f9" providerId="LiveId" clId="{9E4C49A7-7ED7-4338-BF1B-D37B453EC31A}" dt="2026-09-08T08:29:22.527" v="678" actId="22"/>
          <ac:spMkLst>
            <pc:docMk/>
            <pc:sldMk cId="0" sldId="265"/>
            <ac:spMk id="6" creationId="{B8BAA0AE-60BD-A1F3-46ED-024262729186}"/>
          </ac:spMkLst>
        </pc:spChg>
        <pc:spChg chg="add del mod">
          <ac:chgData name="Esraa Mohamed" userId="3a8d9ba6c86229f9" providerId="LiveId" clId="{9E4C49A7-7ED7-4338-BF1B-D37B453EC31A}" dt="2026-09-08T08:33:26.280" v="711" actId="478"/>
          <ac:spMkLst>
            <pc:docMk/>
            <pc:sldMk cId="0" sldId="265"/>
            <ac:spMk id="8" creationId="{C83816DC-70DA-6110-BB47-F268F135C1C5}"/>
          </ac:spMkLst>
        </pc:spChg>
        <pc:spChg chg="add del mod">
          <ac:chgData name="Esraa Mohamed" userId="3a8d9ba6c86229f9" providerId="LiveId" clId="{9E4C49A7-7ED7-4338-BF1B-D37B453EC31A}" dt="2026-09-08T09:11:17.575" v="837" actId="478"/>
          <ac:spMkLst>
            <pc:docMk/>
            <pc:sldMk cId="0" sldId="265"/>
            <ac:spMk id="9" creationId="{1D970EF2-92ED-6150-6BA9-7E4E515249D4}"/>
          </ac:spMkLst>
        </pc:spChg>
        <pc:spChg chg="add mod">
          <ac:chgData name="Esraa Mohamed" userId="3a8d9ba6c86229f9" providerId="LiveId" clId="{9E4C49A7-7ED7-4338-BF1B-D37B453EC31A}" dt="2026-09-08T09:18:44.345" v="906" actId="20577"/>
          <ac:spMkLst>
            <pc:docMk/>
            <pc:sldMk cId="0" sldId="265"/>
            <ac:spMk id="11" creationId="{0911C54A-67B7-37DA-9705-1D5CD58FA1D1}"/>
          </ac:spMkLst>
        </pc:spChg>
        <pc:spChg chg="add mod">
          <ac:chgData name="Esraa Mohamed" userId="3a8d9ba6c86229f9" providerId="LiveId" clId="{9E4C49A7-7ED7-4338-BF1B-D37B453EC31A}" dt="2026-09-08T09:14:03.336" v="839" actId="1076"/>
          <ac:spMkLst>
            <pc:docMk/>
            <pc:sldMk cId="0" sldId="265"/>
            <ac:spMk id="13" creationId="{55B831D5-75AE-952C-BCA0-25ABD6ECCBD3}"/>
          </ac:spMkLst>
        </pc:spChg>
      </pc:sldChg>
      <pc:sldChg chg="add del setBg">
        <pc:chgData name="Esraa Mohamed" userId="3a8d9ba6c86229f9" providerId="LiveId" clId="{9E4C49A7-7ED7-4338-BF1B-D37B453EC31A}" dt="2026-09-08T09:20:05.972" v="907" actId="47"/>
        <pc:sldMkLst>
          <pc:docMk/>
          <pc:sldMk cId="0" sldId="266"/>
        </pc:sldMkLst>
      </pc:sldChg>
      <pc:sldChg chg="addSp delSp modSp add mod setBg">
        <pc:chgData name="Esraa Mohamed" userId="3a8d9ba6c86229f9" providerId="LiveId" clId="{9E4C49A7-7ED7-4338-BF1B-D37B453EC31A}" dt="2026-09-08T09:43:06.614" v="1056" actId="478"/>
        <pc:sldMkLst>
          <pc:docMk/>
          <pc:sldMk cId="0" sldId="269"/>
        </pc:sldMkLst>
        <pc:spChg chg="add del mod">
          <ac:chgData name="Esraa Mohamed" userId="3a8d9ba6c86229f9" providerId="LiveId" clId="{9E4C49A7-7ED7-4338-BF1B-D37B453EC31A}" dt="2026-09-08T07:41:59.491" v="496" actId="478"/>
          <ac:spMkLst>
            <pc:docMk/>
            <pc:sldMk cId="0" sldId="269"/>
            <ac:spMk id="3" creationId="{78A3B832-D1D4-2DA6-6E75-A9C76451E61F}"/>
          </ac:spMkLst>
        </pc:spChg>
        <pc:spChg chg="add del mod">
          <ac:chgData name="Esraa Mohamed" userId="3a8d9ba6c86229f9" providerId="LiveId" clId="{9E4C49A7-7ED7-4338-BF1B-D37B453EC31A}" dt="2026-09-08T07:40:34.318" v="486" actId="767"/>
          <ac:spMkLst>
            <pc:docMk/>
            <pc:sldMk cId="0" sldId="269"/>
            <ac:spMk id="4" creationId="{129C2785-4F2B-29CB-B0A3-B80BAC9E3057}"/>
          </ac:spMkLst>
        </pc:spChg>
        <pc:spChg chg="add del">
          <ac:chgData name="Esraa Mohamed" userId="3a8d9ba6c86229f9" providerId="LiveId" clId="{9E4C49A7-7ED7-4338-BF1B-D37B453EC31A}" dt="2026-09-08T09:43:06.614" v="1056" actId="478"/>
          <ac:spMkLst>
            <pc:docMk/>
            <pc:sldMk cId="0" sldId="269"/>
            <ac:spMk id="8" creationId="{2CE9CA6D-72FE-9850-ED49-BBFEACFD10F9}"/>
          </ac:spMkLst>
        </pc:spChg>
        <pc:spChg chg="del mod">
          <ac:chgData name="Esraa Mohamed" userId="3a8d9ba6c86229f9" providerId="LiveId" clId="{9E4C49A7-7ED7-4338-BF1B-D37B453EC31A}" dt="2026-09-08T07:40:26.014" v="479" actId="478"/>
          <ac:spMkLst>
            <pc:docMk/>
            <pc:sldMk cId="0" sldId="269"/>
            <ac:spMk id="26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7:42:45.971" v="498" actId="107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7:44:50.946" v="510" actId="403"/>
          <ac:spMkLst>
            <pc:docMk/>
            <pc:sldMk cId="0" sldId="269"/>
            <ac:spMk id="28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7:42:45.971" v="498" actId="107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7:43:04.925" v="499" actId="1076"/>
          <ac:spMkLst>
            <pc:docMk/>
            <pc:sldMk cId="0" sldId="269"/>
            <ac:spMk id="30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7:43:45.514" v="502" actId="403"/>
          <ac:spMkLst>
            <pc:docMk/>
            <pc:sldMk cId="0" sldId="269"/>
            <ac:spMk id="31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7:42:45.971" v="498" actId="107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7:43:04.925" v="499" actId="1076"/>
          <ac:spMkLst>
            <pc:docMk/>
            <pc:sldMk cId="0" sldId="269"/>
            <ac:spMk id="33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7:44:31.521" v="509" actId="14100"/>
          <ac:spMkLst>
            <pc:docMk/>
            <pc:sldMk cId="0" sldId="269"/>
            <ac:spMk id="34" creationId="{00000000-0000-0000-0000-000000000000}"/>
          </ac:spMkLst>
        </pc:spChg>
        <pc:spChg chg="add del mod">
          <ac:chgData name="Esraa Mohamed" userId="3a8d9ba6c86229f9" providerId="LiveId" clId="{9E4C49A7-7ED7-4338-BF1B-D37B453EC31A}" dt="2026-09-08T09:20:41.772" v="909" actId="108"/>
          <ac:spMkLst>
            <pc:docMk/>
            <pc:sldMk cId="0" sldId="269"/>
            <ac:spMk id="35" creationId="{00000000-0000-0000-0000-000000000000}"/>
          </ac:spMkLst>
        </pc:spChg>
        <pc:picChg chg="add mod">
          <ac:chgData name="Esraa Mohamed" userId="3a8d9ba6c86229f9" providerId="LiveId" clId="{9E4C49A7-7ED7-4338-BF1B-D37B453EC31A}" dt="2026-09-08T09:21:08.189" v="910" actId="1035"/>
          <ac:picMkLst>
            <pc:docMk/>
            <pc:sldMk cId="0" sldId="269"/>
            <ac:picMk id="6" creationId="{6F526D11-FDFE-AC66-42C6-FFDF3A51E187}"/>
          </ac:picMkLst>
        </pc:picChg>
      </pc:sldChg>
      <pc:sldChg chg="addSp delSp modSp add mod ord setBg">
        <pc:chgData name="Esraa Mohamed" userId="3a8d9ba6c86229f9" providerId="LiveId" clId="{9E4C49A7-7ED7-4338-BF1B-D37B453EC31A}" dt="2026-09-08T09:42:59.826" v="1055" actId="478"/>
        <pc:sldMkLst>
          <pc:docMk/>
          <pc:sldMk cId="0" sldId="270"/>
        </pc:sldMkLst>
        <pc:spChg chg="mod">
          <ac:chgData name="Esraa Mohamed" userId="3a8d9ba6c86229f9" providerId="LiveId" clId="{9E4C49A7-7ED7-4338-BF1B-D37B453EC31A}" dt="2026-09-08T08:20:47.651" v="639" actId="1076"/>
          <ac:spMkLst>
            <pc:docMk/>
            <pc:sldMk cId="0" sldId="270"/>
            <ac:spMk id="2" creationId="{00000000-0000-0000-0000-000000000000}"/>
          </ac:spMkLst>
        </pc:spChg>
        <pc:spChg chg="del mod">
          <ac:chgData name="Esraa Mohamed" userId="3a8d9ba6c86229f9" providerId="LiveId" clId="{9E4C49A7-7ED7-4338-BF1B-D37B453EC31A}" dt="2026-09-08T08:20:26.304" v="633" actId="478"/>
          <ac:spMkLst>
            <pc:docMk/>
            <pc:sldMk cId="0" sldId="270"/>
            <ac:spMk id="3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9:00:15.630" v="798" actId="20577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Esraa Mohamed" userId="3a8d9ba6c86229f9" providerId="LiveId" clId="{9E4C49A7-7ED7-4338-BF1B-D37B453EC31A}" dt="2026-09-08T09:42:59.826" v="1055" actId="478"/>
          <ac:spMkLst>
            <pc:docMk/>
            <pc:sldMk cId="0" sldId="270"/>
            <ac:spMk id="5" creationId="{00000000-0000-0000-0000-000000000000}"/>
          </ac:spMkLst>
        </pc:spChg>
        <pc:spChg chg="add mod">
          <ac:chgData name="Esraa Mohamed" userId="3a8d9ba6c86229f9" providerId="LiveId" clId="{9E4C49A7-7ED7-4338-BF1B-D37B453EC31A}" dt="2026-09-08T08:41:07.631" v="721" actId="113"/>
          <ac:spMkLst>
            <pc:docMk/>
            <pc:sldMk cId="0" sldId="270"/>
            <ac:spMk id="7" creationId="{E819CFB3-8731-55F0-A455-C245A2F91C10}"/>
          </ac:spMkLst>
        </pc:spChg>
      </pc:sldChg>
      <pc:sldChg chg="addSp mod">
        <pc:chgData name="Esraa Mohamed" userId="3a8d9ba6c86229f9" providerId="LiveId" clId="{9E4C49A7-7ED7-4338-BF1B-D37B453EC31A}" dt="2026-09-07T22:12:28.335" v="244" actId="22"/>
        <pc:sldMkLst>
          <pc:docMk/>
          <pc:sldMk cId="0" sldId="271"/>
        </pc:sldMkLst>
        <pc:picChg chg="add">
          <ac:chgData name="Esraa Mohamed" userId="3a8d9ba6c86229f9" providerId="LiveId" clId="{9E4C49A7-7ED7-4338-BF1B-D37B453EC31A}" dt="2026-09-07T22:12:28.335" v="244" actId="22"/>
          <ac:picMkLst>
            <pc:docMk/>
            <pc:sldMk cId="0" sldId="271"/>
            <ac:picMk id="8" creationId="{4EBEE9D3-15F6-3207-689F-4C2A82E7C33A}"/>
          </ac:picMkLst>
        </pc:picChg>
      </pc:sldChg>
      <pc:sldChg chg="addSp modSp mod ord">
        <pc:chgData name="Esraa Mohamed" userId="3a8d9ba6c86229f9" providerId="LiveId" clId="{9E4C49A7-7ED7-4338-BF1B-D37B453EC31A}" dt="2026-09-08T10:39:53.882" v="1071"/>
        <pc:sldMkLst>
          <pc:docMk/>
          <pc:sldMk cId="2055683795" sldId="272"/>
        </pc:sldMkLst>
        <pc:spChg chg="mod">
          <ac:chgData name="Esraa Mohamed" userId="3a8d9ba6c86229f9" providerId="LiveId" clId="{9E4C49A7-7ED7-4338-BF1B-D37B453EC31A}" dt="2026-09-08T10:39:21.324" v="1064" actId="20577"/>
          <ac:spMkLst>
            <pc:docMk/>
            <pc:sldMk cId="2055683795" sldId="272"/>
            <ac:spMk id="4" creationId="{1F183E42-78AE-EBD6-E6ED-7CFDC7949776}"/>
          </ac:spMkLst>
        </pc:spChg>
        <pc:spChg chg="mod">
          <ac:chgData name="Esraa Mohamed" userId="3a8d9ba6c86229f9" providerId="LiveId" clId="{9E4C49A7-7ED7-4338-BF1B-D37B453EC31A}" dt="2026-09-08T09:39:29.470" v="1006" actId="1076"/>
          <ac:spMkLst>
            <pc:docMk/>
            <pc:sldMk cId="2055683795" sldId="272"/>
            <ac:spMk id="6" creationId="{36FCED86-A85C-DFCF-5879-D648BB65AE6F}"/>
          </ac:spMkLst>
        </pc:spChg>
        <pc:picChg chg="add">
          <ac:chgData name="Esraa Mohamed" userId="3a8d9ba6c86229f9" providerId="LiveId" clId="{9E4C49A7-7ED7-4338-BF1B-D37B453EC31A}" dt="2026-09-07T22:12:24.900" v="242" actId="22"/>
          <ac:picMkLst>
            <pc:docMk/>
            <pc:sldMk cId="2055683795" sldId="272"/>
            <ac:picMk id="9" creationId="{4CC24DA9-AFD1-9099-F4C6-3BE52B8C19F7}"/>
          </ac:picMkLst>
        </pc:picChg>
      </pc:sldChg>
      <pc:sldChg chg="addSp delSp modSp add del mod setBg">
        <pc:chgData name="Esraa Mohamed" userId="3a8d9ba6c86229f9" providerId="LiveId" clId="{9E4C49A7-7ED7-4338-BF1B-D37B453EC31A}" dt="2026-09-08T09:08:24.887" v="830" actId="108"/>
        <pc:sldMkLst>
          <pc:docMk/>
          <pc:sldMk cId="0" sldId="273"/>
        </pc:sldMkLst>
        <pc:spChg chg="mod">
          <ac:chgData name="Esraa Mohamed" userId="3a8d9ba6c86229f9" providerId="LiveId" clId="{9E4C49A7-7ED7-4338-BF1B-D37B453EC31A}" dt="2026-09-07T22:09:04.286" v="121" actId="1037"/>
          <ac:spMkLst>
            <pc:docMk/>
            <pc:sldMk cId="0" sldId="273"/>
            <ac:spMk id="2" creationId="{00000000-0000-0000-0000-000000000000}"/>
          </ac:spMkLst>
        </pc:spChg>
        <pc:spChg chg="del mod">
          <ac:chgData name="Esraa Mohamed" userId="3a8d9ba6c86229f9" providerId="LiveId" clId="{9E4C49A7-7ED7-4338-BF1B-D37B453EC31A}" dt="2026-09-07T22:08:22.443" v="92"/>
          <ac:spMkLst>
            <pc:docMk/>
            <pc:sldMk cId="0" sldId="273"/>
            <ac:spMk id="3" creationId="{00000000-0000-0000-0000-000000000000}"/>
          </ac:spMkLst>
        </pc:spChg>
        <pc:spChg chg="add del mod">
          <ac:chgData name="Esraa Mohamed" userId="3a8d9ba6c86229f9" providerId="LiveId" clId="{9E4C49A7-7ED7-4338-BF1B-D37B453EC31A}" dt="2026-09-07T22:10:18.437" v="203" actId="47"/>
          <ac:spMkLst>
            <pc:docMk/>
            <pc:sldMk cId="0" sldId="273"/>
            <ac:spMk id="4" creationId="{00000000-0000-0000-0000-000000000000}"/>
          </ac:spMkLst>
        </pc:spChg>
        <pc:spChg chg="del">
          <ac:chgData name="Esraa Mohamed" userId="3a8d9ba6c86229f9" providerId="LiveId" clId="{9E4C49A7-7ED7-4338-BF1B-D37B453EC31A}" dt="2026-09-07T22:09:56.580" v="196" actId="478"/>
          <ac:spMkLst>
            <pc:docMk/>
            <pc:sldMk cId="0" sldId="273"/>
            <ac:spMk id="5" creationId="{00000000-0000-0000-0000-000000000000}"/>
          </ac:spMkLst>
        </pc:spChg>
        <pc:spChg chg="mod">
          <ac:chgData name="Esraa Mohamed" userId="3a8d9ba6c86229f9" providerId="LiveId" clId="{9E4C49A7-7ED7-4338-BF1B-D37B453EC31A}" dt="2026-09-07T22:10:30.401" v="206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Esraa Mohamed" userId="3a8d9ba6c86229f9" providerId="LiveId" clId="{9E4C49A7-7ED7-4338-BF1B-D37B453EC31A}" dt="2026-09-07T22:10:22.587" v="205" actId="1076"/>
          <ac:spMkLst>
            <pc:docMk/>
            <pc:sldMk cId="0" sldId="273"/>
            <ac:spMk id="7" creationId="{00000000-0000-0000-0000-000000000000}"/>
          </ac:spMkLst>
        </pc:spChg>
        <pc:spChg chg="add del mod">
          <ac:chgData name="Esraa Mohamed" userId="3a8d9ba6c86229f9" providerId="LiveId" clId="{9E4C49A7-7ED7-4338-BF1B-D37B453EC31A}" dt="2026-09-07T22:08:11.756" v="84" actId="767"/>
          <ac:spMkLst>
            <pc:docMk/>
            <pc:sldMk cId="0" sldId="273"/>
            <ac:spMk id="8" creationId="{EC28E843-6CBF-C8D0-8878-44AAE3729B4B}"/>
          </ac:spMkLst>
        </pc:spChg>
        <pc:spChg chg="add mod">
          <ac:chgData name="Esraa Mohamed" userId="3a8d9ba6c86229f9" providerId="LiveId" clId="{9E4C49A7-7ED7-4338-BF1B-D37B453EC31A}" dt="2026-09-08T09:08:24.887" v="830" actId="108"/>
          <ac:spMkLst>
            <pc:docMk/>
            <pc:sldMk cId="0" sldId="273"/>
            <ac:spMk id="9" creationId="{A376408D-B22B-0C96-6D17-DF0282D8A870}"/>
          </ac:spMkLst>
        </pc:spChg>
        <pc:spChg chg="add del mod">
          <ac:chgData name="Esraa Mohamed" userId="3a8d9ba6c86229f9" providerId="LiveId" clId="{9E4C49A7-7ED7-4338-BF1B-D37B453EC31A}" dt="2026-09-07T22:08:55.974" v="104"/>
          <ac:spMkLst>
            <pc:docMk/>
            <pc:sldMk cId="0" sldId="273"/>
            <ac:spMk id="10" creationId="{E5E98840-18DD-F609-C147-000AB45FA2B5}"/>
          </ac:spMkLst>
        </pc:spChg>
        <pc:picChg chg="add mod">
          <ac:chgData name="Esraa Mohamed" userId="3a8d9ba6c86229f9" providerId="LiveId" clId="{9E4C49A7-7ED7-4338-BF1B-D37B453EC31A}" dt="2026-09-07T22:12:17.183" v="239" actId="1076"/>
          <ac:picMkLst>
            <pc:docMk/>
            <pc:sldMk cId="0" sldId="273"/>
            <ac:picMk id="12" creationId="{E16FB953-C93B-D777-0FC4-858A87AB8320}"/>
          </ac:picMkLst>
        </pc:picChg>
      </pc:sldChg>
      <pc:sldChg chg="new del">
        <pc:chgData name="Esraa Mohamed" userId="3a8d9ba6c86229f9" providerId="LiveId" clId="{9E4C49A7-7ED7-4338-BF1B-D37B453EC31A}" dt="2026-09-08T01:32:55.825" v="247" actId="47"/>
        <pc:sldMkLst>
          <pc:docMk/>
          <pc:sldMk cId="624070312" sldId="274"/>
        </pc:sldMkLst>
      </pc:sldChg>
      <pc:sldChg chg="addSp delSp modSp add mod ord">
        <pc:chgData name="Esraa Mohamed" userId="3a8d9ba6c86229f9" providerId="LiveId" clId="{9E4C49A7-7ED7-4338-BF1B-D37B453EC31A}" dt="2026-09-08T10:42:14.689" v="1091" actId="21"/>
        <pc:sldMkLst>
          <pc:docMk/>
          <pc:sldMk cId="350956906" sldId="275"/>
        </pc:sldMkLst>
        <pc:spChg chg="mod">
          <ac:chgData name="Esraa Mohamed" userId="3a8d9ba6c86229f9" providerId="LiveId" clId="{9E4C49A7-7ED7-4338-BF1B-D37B453EC31A}" dt="2026-09-08T08:09:48.582" v="548"/>
          <ac:spMkLst>
            <pc:docMk/>
            <pc:sldMk cId="350956906" sldId="275"/>
            <ac:spMk id="3" creationId="{155B629B-4EB3-BA3D-8352-6916875C0899}"/>
          </ac:spMkLst>
        </pc:spChg>
        <pc:spChg chg="mod">
          <ac:chgData name="Esraa Mohamed" userId="3a8d9ba6c86229f9" providerId="LiveId" clId="{9E4C49A7-7ED7-4338-BF1B-D37B453EC31A}" dt="2026-09-08T09:16:44.886" v="874" actId="1076"/>
          <ac:spMkLst>
            <pc:docMk/>
            <pc:sldMk cId="350956906" sldId="275"/>
            <ac:spMk id="4" creationId="{34DDD752-B9A6-FA89-C1AA-8CA8B3B8A88E}"/>
          </ac:spMkLst>
        </pc:spChg>
        <pc:spChg chg="del mod">
          <ac:chgData name="Esraa Mohamed" userId="3a8d9ba6c86229f9" providerId="LiveId" clId="{9E4C49A7-7ED7-4338-BF1B-D37B453EC31A}" dt="2026-09-08T09:42:38.412" v="1052" actId="478"/>
          <ac:spMkLst>
            <pc:docMk/>
            <pc:sldMk cId="350956906" sldId="275"/>
            <ac:spMk id="5" creationId="{5FC1E471-278A-6108-9761-2CFCB3081DED}"/>
          </ac:spMkLst>
        </pc:spChg>
        <pc:spChg chg="mod">
          <ac:chgData name="Esraa Mohamed" userId="3a8d9ba6c86229f9" providerId="LiveId" clId="{9E4C49A7-7ED7-4338-BF1B-D37B453EC31A}" dt="2026-09-08T08:54:39.421" v="757" actId="14100"/>
          <ac:spMkLst>
            <pc:docMk/>
            <pc:sldMk cId="350956906" sldId="275"/>
            <ac:spMk id="6" creationId="{2EE4C92A-3B57-A660-9C1D-68BA6CCA8B82}"/>
          </ac:spMkLst>
        </pc:spChg>
        <pc:spChg chg="add del mod">
          <ac:chgData name="Esraa Mohamed" userId="3a8d9ba6c86229f9" providerId="LiveId" clId="{9E4C49A7-7ED7-4338-BF1B-D37B453EC31A}" dt="2026-09-08T08:15:05.851" v="601" actId="478"/>
          <ac:spMkLst>
            <pc:docMk/>
            <pc:sldMk cId="350956906" sldId="275"/>
            <ac:spMk id="7" creationId="{8F26FE18-6D39-E3FA-9C18-7429A5F15624}"/>
          </ac:spMkLst>
        </pc:spChg>
        <pc:spChg chg="add mod">
          <ac:chgData name="Esraa Mohamed" userId="3a8d9ba6c86229f9" providerId="LiveId" clId="{9E4C49A7-7ED7-4338-BF1B-D37B453EC31A}" dt="2026-09-08T09:44:11.643" v="1061" actId="20577"/>
          <ac:spMkLst>
            <pc:docMk/>
            <pc:sldMk cId="350956906" sldId="275"/>
            <ac:spMk id="10" creationId="{4B6F41E2-7792-8A59-8BD6-237FD6E15919}"/>
          </ac:spMkLst>
        </pc:spChg>
        <pc:spChg chg="add mod">
          <ac:chgData name="Esraa Mohamed" userId="3a8d9ba6c86229f9" providerId="LiveId" clId="{9E4C49A7-7ED7-4338-BF1B-D37B453EC31A}" dt="2026-09-08T09:17:37.455" v="880" actId="20577"/>
          <ac:spMkLst>
            <pc:docMk/>
            <pc:sldMk cId="350956906" sldId="275"/>
            <ac:spMk id="14" creationId="{81C7F580-8673-C4CD-0B36-A19852212DA3}"/>
          </ac:spMkLst>
        </pc:spChg>
        <pc:spChg chg="add mod">
          <ac:chgData name="Esraa Mohamed" userId="3a8d9ba6c86229f9" providerId="LiveId" clId="{9E4C49A7-7ED7-4338-BF1B-D37B453EC31A}" dt="2026-09-08T09:16:32.914" v="871" actId="1076"/>
          <ac:spMkLst>
            <pc:docMk/>
            <pc:sldMk cId="350956906" sldId="275"/>
            <ac:spMk id="16" creationId="{7AAC0CC4-CD65-8012-BED6-8C5F25F53E86}"/>
          </ac:spMkLst>
        </pc:spChg>
        <pc:spChg chg="add mod">
          <ac:chgData name="Esraa Mohamed" userId="3a8d9ba6c86229f9" providerId="LiveId" clId="{9E4C49A7-7ED7-4338-BF1B-D37B453EC31A}" dt="2026-09-08T09:33:44.536" v="976" actId="14100"/>
          <ac:spMkLst>
            <pc:docMk/>
            <pc:sldMk cId="350956906" sldId="275"/>
            <ac:spMk id="18" creationId="{6EEAB194-7B12-E8B3-841A-66791F9AAC46}"/>
          </ac:spMkLst>
        </pc:spChg>
        <pc:picChg chg="del">
          <ac:chgData name="Esraa Mohamed" userId="3a8d9ba6c86229f9" providerId="LiveId" clId="{9E4C49A7-7ED7-4338-BF1B-D37B453EC31A}" dt="2026-09-08T01:32:59.360" v="248" actId="478"/>
          <ac:picMkLst>
            <pc:docMk/>
            <pc:sldMk cId="350956906" sldId="275"/>
            <ac:picMk id="8" creationId="{40E967A8-1B07-F63A-A85F-A69198C0B560}"/>
          </ac:picMkLst>
        </pc:picChg>
        <pc:picChg chg="add del mod">
          <ac:chgData name="Esraa Mohamed" userId="3a8d9ba6c86229f9" providerId="LiveId" clId="{9E4C49A7-7ED7-4338-BF1B-D37B453EC31A}" dt="2026-09-08T10:42:14.689" v="1091" actId="21"/>
          <ac:picMkLst>
            <pc:docMk/>
            <pc:sldMk cId="350956906" sldId="275"/>
            <ac:picMk id="12" creationId="{EEED7408-522F-9B5D-EFA6-76F3C4E2D009}"/>
          </ac:picMkLst>
        </pc:picChg>
      </pc:sldChg>
      <pc:sldChg chg="addSp delSp modSp add mod ord setBg">
        <pc:chgData name="Esraa Mohamed" userId="3a8d9ba6c86229f9" providerId="LiveId" clId="{9E4C49A7-7ED7-4338-BF1B-D37B453EC31A}" dt="2026-09-08T09:20:19.147" v="908" actId="20577"/>
        <pc:sldMkLst>
          <pc:docMk/>
          <pc:sldMk cId="0" sldId="276"/>
        </pc:sldMkLst>
        <pc:spChg chg="mod">
          <ac:chgData name="Esraa Mohamed" userId="3a8d9ba6c86229f9" providerId="LiveId" clId="{9E4C49A7-7ED7-4338-BF1B-D37B453EC31A}" dt="2026-09-08T05:11:43.550" v="402" actId="20577"/>
          <ac:spMkLst>
            <pc:docMk/>
            <pc:sldMk cId="0" sldId="276"/>
            <ac:spMk id="3" creationId="{00000000-0000-0000-0000-000000000000}"/>
          </ac:spMkLst>
        </pc:spChg>
        <pc:spChg chg="mod">
          <ac:chgData name="Esraa Mohamed" userId="3a8d9ba6c86229f9" providerId="LiveId" clId="{9E4C49A7-7ED7-4338-BF1B-D37B453EC31A}" dt="2026-09-08T09:20:19.147" v="908" actId="20577"/>
          <ac:spMkLst>
            <pc:docMk/>
            <pc:sldMk cId="0" sldId="276"/>
            <ac:spMk id="4" creationId="{00000000-0000-0000-0000-000000000000}"/>
          </ac:spMkLst>
        </pc:spChg>
        <pc:graphicFrameChg chg="add del mod modGraphic">
          <ac:chgData name="Esraa Mohamed" userId="3a8d9ba6c86229f9" providerId="LiveId" clId="{9E4C49A7-7ED7-4338-BF1B-D37B453EC31A}" dt="2026-09-08T09:15:44.566" v="867" actId="27309"/>
          <ac:graphicFrameMkLst>
            <pc:docMk/>
            <pc:sldMk cId="0" sldId="276"/>
            <ac:graphicFrameMk id="7" creationId="{BF7B009C-C478-1E82-0DD4-83F026C70358}"/>
          </ac:graphicFrameMkLst>
        </pc:graphicFrameChg>
        <pc:picChg chg="add">
          <ac:chgData name="Esraa Mohamed" userId="3a8d9ba6c86229f9" providerId="LiveId" clId="{9E4C49A7-7ED7-4338-BF1B-D37B453EC31A}" dt="2026-09-08T05:30:08.265" v="446" actId="22"/>
          <ac:picMkLst>
            <pc:docMk/>
            <pc:sldMk cId="0" sldId="276"/>
            <ac:picMk id="6" creationId="{0C138A4A-152D-A90A-A84C-799B967C0530}"/>
          </ac:picMkLst>
        </pc:picChg>
      </pc:sldChg>
      <pc:sldChg chg="add del">
        <pc:chgData name="Esraa Mohamed" userId="3a8d9ba6c86229f9" providerId="LiveId" clId="{9E4C49A7-7ED7-4338-BF1B-D37B453EC31A}" dt="2026-09-08T08:59:49.350" v="796" actId="47"/>
        <pc:sldMkLst>
          <pc:docMk/>
          <pc:sldMk cId="2114896587" sldId="277"/>
        </pc:sldMkLst>
      </pc:sldChg>
      <pc:sldChg chg="addSp delSp modSp add mod">
        <pc:chgData name="Esraa Mohamed" userId="3a8d9ba6c86229f9" providerId="LiveId" clId="{9E4C49A7-7ED7-4338-BF1B-D37B453EC31A}" dt="2026-09-08T10:47:41.766" v="1097" actId="20577"/>
        <pc:sldMkLst>
          <pc:docMk/>
          <pc:sldMk cId="2416215152" sldId="278"/>
        </pc:sldMkLst>
        <pc:spChg chg="mod">
          <ac:chgData name="Esraa Mohamed" userId="3a8d9ba6c86229f9" providerId="LiveId" clId="{9E4C49A7-7ED7-4338-BF1B-D37B453EC31A}" dt="2026-09-08T09:27:15.016" v="948" actId="1076"/>
          <ac:spMkLst>
            <pc:docMk/>
            <pc:sldMk cId="2416215152" sldId="278"/>
            <ac:spMk id="2" creationId="{2433EF74-E924-6530-0E7A-F2F049BEBDEF}"/>
          </ac:spMkLst>
        </pc:spChg>
        <pc:spChg chg="mod">
          <ac:chgData name="Esraa Mohamed" userId="3a8d9ba6c86229f9" providerId="LiveId" clId="{9E4C49A7-7ED7-4338-BF1B-D37B453EC31A}" dt="2026-09-08T09:27:21.896" v="949" actId="1076"/>
          <ac:spMkLst>
            <pc:docMk/>
            <pc:sldMk cId="2416215152" sldId="278"/>
            <ac:spMk id="4" creationId="{CFD704D3-F1AB-297A-522C-86005A33DA06}"/>
          </ac:spMkLst>
        </pc:spChg>
        <pc:spChg chg="del mod">
          <ac:chgData name="Esraa Mohamed" userId="3a8d9ba6c86229f9" providerId="LiveId" clId="{9E4C49A7-7ED7-4338-BF1B-D37B453EC31A}" dt="2026-09-08T09:42:50.813" v="1053" actId="478"/>
          <ac:spMkLst>
            <pc:docMk/>
            <pc:sldMk cId="2416215152" sldId="278"/>
            <ac:spMk id="5" creationId="{1D38BF7A-1D34-1D5C-7D63-3A3155AAE8D0}"/>
          </ac:spMkLst>
        </pc:spChg>
        <pc:spChg chg="del mod">
          <ac:chgData name="Esraa Mohamed" userId="3a8d9ba6c86229f9" providerId="LiveId" clId="{9E4C49A7-7ED7-4338-BF1B-D37B453EC31A}" dt="2026-09-08T09:06:01.882" v="810" actId="478"/>
          <ac:spMkLst>
            <pc:docMk/>
            <pc:sldMk cId="2416215152" sldId="278"/>
            <ac:spMk id="7" creationId="{2B837817-839C-8E7C-8497-1EA27E993925}"/>
          </ac:spMkLst>
        </pc:spChg>
        <pc:spChg chg="add del mod">
          <ac:chgData name="Esraa Mohamed" userId="3a8d9ba6c86229f9" providerId="LiveId" clId="{9E4C49A7-7ED7-4338-BF1B-D37B453EC31A}" dt="2026-09-08T09:34:22.174" v="977" actId="478"/>
          <ac:spMkLst>
            <pc:docMk/>
            <pc:sldMk cId="2416215152" sldId="278"/>
            <ac:spMk id="12" creationId="{79226331-4B67-CF80-96FF-2B20AE79CEE8}"/>
          </ac:spMkLst>
        </pc:spChg>
        <pc:spChg chg="add mod">
          <ac:chgData name="Esraa Mohamed" userId="3a8d9ba6c86229f9" providerId="LiveId" clId="{9E4C49A7-7ED7-4338-BF1B-D37B453EC31A}" dt="2026-09-08T09:35:32.336" v="983"/>
          <ac:spMkLst>
            <pc:docMk/>
            <pc:sldMk cId="2416215152" sldId="278"/>
            <ac:spMk id="14" creationId="{C6BAE038-EB9E-DA50-A91F-558B90D48341}"/>
          </ac:spMkLst>
        </pc:spChg>
        <pc:spChg chg="add mod">
          <ac:chgData name="Esraa Mohamed" userId="3a8d9ba6c86229f9" providerId="LiveId" clId="{9E4C49A7-7ED7-4338-BF1B-D37B453EC31A}" dt="2026-09-08T10:47:41.766" v="1097" actId="20577"/>
          <ac:spMkLst>
            <pc:docMk/>
            <pc:sldMk cId="2416215152" sldId="278"/>
            <ac:spMk id="16" creationId="{1EC5F4F6-9B26-F038-3E59-651F60D3A061}"/>
          </ac:spMkLst>
        </pc:spChg>
        <pc:picChg chg="add mod">
          <ac:chgData name="Esraa Mohamed" userId="3a8d9ba6c86229f9" providerId="LiveId" clId="{9E4C49A7-7ED7-4338-BF1B-D37B453EC31A}" dt="2026-09-08T09:27:24.464" v="950" actId="1076"/>
          <ac:picMkLst>
            <pc:docMk/>
            <pc:sldMk cId="2416215152" sldId="278"/>
            <ac:picMk id="6" creationId="{223B226E-5FE1-85D6-F3A5-9D68A72E02A9}"/>
          </ac:picMkLst>
        </pc:picChg>
        <pc:picChg chg="add mod">
          <ac:chgData name="Esraa Mohamed" userId="3a8d9ba6c86229f9" providerId="LiveId" clId="{9E4C49A7-7ED7-4338-BF1B-D37B453EC31A}" dt="2026-09-08T09:27:27.458" v="952" actId="1076"/>
          <ac:picMkLst>
            <pc:docMk/>
            <pc:sldMk cId="2416215152" sldId="278"/>
            <ac:picMk id="9" creationId="{428B5B7A-9EC3-2471-A202-A12DDE32FB80}"/>
          </ac:picMkLst>
        </pc:picChg>
        <pc:picChg chg="add">
          <ac:chgData name="Esraa Mohamed" userId="3a8d9ba6c86229f9" providerId="LiveId" clId="{9E4C49A7-7ED7-4338-BF1B-D37B453EC31A}" dt="2026-09-08T09:21:15.478" v="913" actId="22"/>
          <ac:picMkLst>
            <pc:docMk/>
            <pc:sldMk cId="2416215152" sldId="278"/>
            <ac:picMk id="11" creationId="{CE4A9E19-78BF-EFC8-42A5-BBD89B9C8470}"/>
          </ac:picMkLst>
        </pc:picChg>
      </pc:sldChg>
      <pc:sldChg chg="new del">
        <pc:chgData name="Esraa Mohamed" userId="3a8d9ba6c86229f9" providerId="LiveId" clId="{9E4C49A7-7ED7-4338-BF1B-D37B453EC31A}" dt="2026-09-08T08:56:18.007" v="764" actId="680"/>
        <pc:sldMkLst>
          <pc:docMk/>
          <pc:sldMk cId="2511584773" sldId="278"/>
        </pc:sldMkLst>
      </pc:sldChg>
      <pc:sldChg chg="new del">
        <pc:chgData name="Esraa Mohamed" userId="3a8d9ba6c86229f9" providerId="LiveId" clId="{9E4C49A7-7ED7-4338-BF1B-D37B453EC31A}" dt="2026-09-08T08:59:34.439" v="795" actId="47"/>
        <pc:sldMkLst>
          <pc:docMk/>
          <pc:sldMk cId="3967052590" sldId="279"/>
        </pc:sldMkLst>
      </pc:sldChg>
      <pc:sldChg chg="addSp delSp modSp add mod">
        <pc:chgData name="Esraa Mohamed" userId="3a8d9ba6c86229f9" providerId="LiveId" clId="{9E4C49A7-7ED7-4338-BF1B-D37B453EC31A}" dt="2026-09-08T09:42:54.707" v="1054" actId="478"/>
        <pc:sldMkLst>
          <pc:docMk/>
          <pc:sldMk cId="4016574612" sldId="280"/>
        </pc:sldMkLst>
        <pc:spChg chg="mod">
          <ac:chgData name="Esraa Mohamed" userId="3a8d9ba6c86229f9" providerId="LiveId" clId="{9E4C49A7-7ED7-4338-BF1B-D37B453EC31A}" dt="2026-09-08T08:59:15.203" v="790" actId="21"/>
          <ac:spMkLst>
            <pc:docMk/>
            <pc:sldMk cId="4016574612" sldId="280"/>
            <ac:spMk id="4" creationId="{885B8B0A-4F6E-6DBB-C46E-252FF0CBAE81}"/>
          </ac:spMkLst>
        </pc:spChg>
        <pc:spChg chg="del">
          <ac:chgData name="Esraa Mohamed" userId="3a8d9ba6c86229f9" providerId="LiveId" clId="{9E4C49A7-7ED7-4338-BF1B-D37B453EC31A}" dt="2026-09-08T09:42:54.707" v="1054" actId="478"/>
          <ac:spMkLst>
            <pc:docMk/>
            <pc:sldMk cId="4016574612" sldId="280"/>
            <ac:spMk id="5" creationId="{E5AF6DB4-46C5-2C20-B31D-46C7CD49D555}"/>
          </ac:spMkLst>
        </pc:spChg>
        <pc:spChg chg="add mod">
          <ac:chgData name="Esraa Mohamed" userId="3a8d9ba6c86229f9" providerId="LiveId" clId="{9E4C49A7-7ED7-4338-BF1B-D37B453EC31A}" dt="2026-09-08T08:59:24.723" v="792" actId="1076"/>
          <ac:spMkLst>
            <pc:docMk/>
            <pc:sldMk cId="4016574612" sldId="280"/>
            <ac:spMk id="6" creationId="{7F72D42E-A993-21FE-8E91-2D329F1FE93D}"/>
          </ac:spMkLst>
        </pc:spChg>
        <pc:spChg chg="del mod">
          <ac:chgData name="Esraa Mohamed" userId="3a8d9ba6c86229f9" providerId="LiveId" clId="{9E4C49A7-7ED7-4338-BF1B-D37B453EC31A}" dt="2026-09-08T09:05:36.364" v="800" actId="478"/>
          <ac:spMkLst>
            <pc:docMk/>
            <pc:sldMk cId="4016574612" sldId="280"/>
            <ac:spMk id="7" creationId="{42DC505E-4F59-D60A-A11F-3BA0A211ED42}"/>
          </ac:spMkLst>
        </pc:spChg>
        <pc:spChg chg="add mod">
          <ac:chgData name="Esraa Mohamed" userId="3a8d9ba6c86229f9" providerId="LiveId" clId="{9E4C49A7-7ED7-4338-BF1B-D37B453EC31A}" dt="2026-09-08T09:37:42.435" v="1004"/>
          <ac:spMkLst>
            <pc:docMk/>
            <pc:sldMk cId="4016574612" sldId="280"/>
            <ac:spMk id="13" creationId="{5E91257E-1E98-BDEB-A48B-846E63EDB9E1}"/>
          </ac:spMkLst>
        </pc:spChg>
        <pc:picChg chg="add mod">
          <ac:chgData name="Esraa Mohamed" userId="3a8d9ba6c86229f9" providerId="LiveId" clId="{9E4C49A7-7ED7-4338-BF1B-D37B453EC31A}" dt="2026-09-08T09:05:55.246" v="809" actId="1076"/>
          <ac:picMkLst>
            <pc:docMk/>
            <pc:sldMk cId="4016574612" sldId="280"/>
            <ac:picMk id="9" creationId="{809548D5-B964-E42E-3BB7-F11C5001DD92}"/>
          </ac:picMkLst>
        </pc:picChg>
        <pc:picChg chg="add mod">
          <ac:chgData name="Esraa Mohamed" userId="3a8d9ba6c86229f9" providerId="LiveId" clId="{9E4C49A7-7ED7-4338-BF1B-D37B453EC31A}" dt="2026-09-08T09:21:12.486" v="912" actId="1035"/>
          <ac:picMkLst>
            <pc:docMk/>
            <pc:sldMk cId="4016574612" sldId="280"/>
            <ac:picMk id="11" creationId="{B164BE59-5336-D450-8C84-CA4DE21AC12E}"/>
          </ac:picMkLst>
        </pc:picChg>
      </pc:sldChg>
      <pc:sldChg chg="delSp modSp add mod setBg">
        <pc:chgData name="Esraa Mohamed" userId="3a8d9ba6c86229f9" providerId="LiveId" clId="{9E4C49A7-7ED7-4338-BF1B-D37B453EC31A}" dt="2026-09-08T09:50:34.244" v="1062" actId="20577"/>
        <pc:sldMkLst>
          <pc:docMk/>
          <pc:sldMk cId="3589464526" sldId="281"/>
        </pc:sldMkLst>
        <pc:spChg chg="mod">
          <ac:chgData name="Esraa Mohamed" userId="3a8d9ba6c86229f9" providerId="LiveId" clId="{9E4C49A7-7ED7-4338-BF1B-D37B453EC31A}" dt="2026-09-08T09:22:27.535" v="928" actId="20577"/>
          <ac:spMkLst>
            <pc:docMk/>
            <pc:sldMk cId="3589464526" sldId="281"/>
            <ac:spMk id="4" creationId="{E7BFFE2D-82C5-9978-37EE-50CA76CB544C}"/>
          </ac:spMkLst>
        </pc:spChg>
        <pc:spChg chg="mod">
          <ac:chgData name="Esraa Mohamed" userId="3a8d9ba6c86229f9" providerId="LiveId" clId="{9E4C49A7-7ED7-4338-BF1B-D37B453EC31A}" dt="2026-09-08T09:50:34.244" v="1062" actId="20577"/>
          <ac:spMkLst>
            <pc:docMk/>
            <pc:sldMk cId="3589464526" sldId="281"/>
            <ac:spMk id="6" creationId="{8AD27891-0E8D-65D3-81D7-F91DCE0F3EA0}"/>
          </ac:spMkLst>
        </pc:spChg>
        <pc:picChg chg="del">
          <ac:chgData name="Esraa Mohamed" userId="3a8d9ba6c86229f9" providerId="LiveId" clId="{9E4C49A7-7ED7-4338-BF1B-D37B453EC31A}" dt="2026-09-08T09:22:29.656" v="929" actId="478"/>
          <ac:picMkLst>
            <pc:docMk/>
            <pc:sldMk cId="3589464526" sldId="281"/>
            <ac:picMk id="8" creationId="{0DFFA25F-0BE6-2842-95DA-F260CCC9B00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1125F-3121-41EC-B3D3-667AAFB5D43D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2FDEB-D4C0-477C-9D50-28B5DCFAEE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62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BAB47-3F30-4899-B001-006A5CDB94B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833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0C1C876-C7F2-4EFF-8E81-A87D49E9A26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408886"/>
            <a:ext cx="8847945" cy="72056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18288000" cy="717605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08891" y="7409573"/>
            <a:ext cx="6630047" cy="719187"/>
          </a:xfrm>
        </p:spPr>
        <p:txBody>
          <a:bodyPr anchor="t"/>
          <a:lstStyle>
            <a:lvl1pPr>
              <a:defRPr sz="21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7644189" y="7408886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4553" y="8810136"/>
            <a:ext cx="1508760" cy="15087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771" y="8578304"/>
            <a:ext cx="8874252" cy="17145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7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20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374" y="1518263"/>
            <a:ext cx="16669512" cy="12746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3563" y="165547"/>
            <a:ext cx="7915278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85939" y="156974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244" y="3173313"/>
            <a:ext cx="16520505" cy="66772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9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185821"/>
            <a:ext cx="6309360" cy="20711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0"/>
            <a:ext cx="9144000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432" y="121935"/>
            <a:ext cx="6981444" cy="56098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963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" y="9261695"/>
            <a:ext cx="8836701" cy="98225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54553" y="8810136"/>
            <a:ext cx="1508760" cy="150876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432" y="3239448"/>
            <a:ext cx="14525244" cy="566470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4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66033" y="124688"/>
            <a:ext cx="1097280" cy="10972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432" y="3276048"/>
            <a:ext cx="12111228" cy="707745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910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432" y="123444"/>
            <a:ext cx="12209489" cy="2331720"/>
          </a:xfrm>
        </p:spPr>
        <p:txBody>
          <a:bodyPr anchor="t">
            <a:norm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2" y="2844708"/>
            <a:ext cx="12209490" cy="5336856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100"/>
            </a:lvl1pPr>
            <a:lvl2pPr marL="857250" indent="-514350">
              <a:buFont typeface="+mj-lt"/>
              <a:buAutoNum type="arabicPeriod"/>
              <a:defRPr sz="2100"/>
            </a:lvl2pPr>
            <a:lvl3pPr marL="1200150" indent="-514350">
              <a:buFont typeface="+mj-lt"/>
              <a:buAutoNum type="arabicPeriod"/>
              <a:defRPr sz="2100"/>
            </a:lvl3pPr>
            <a:lvl4pPr marL="1543050" indent="-514350">
              <a:buFont typeface="+mj-lt"/>
              <a:buAutoNum type="arabicPeriod"/>
              <a:defRPr sz="2100"/>
            </a:lvl4pPr>
            <a:lvl5pPr marL="1885950" indent="-514350">
              <a:buFont typeface="+mj-lt"/>
              <a:buAutoNum type="arabicPeriod"/>
              <a:defRPr sz="2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12828768" y="4827768"/>
            <a:ext cx="5336856" cy="5336856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44190" y="151052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9595" y="932688"/>
            <a:ext cx="8080073" cy="2725347"/>
          </a:xfrm>
        </p:spPr>
        <p:txBody>
          <a:bodyPr anchor="t">
            <a:no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8859963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85733" y="165547"/>
            <a:ext cx="8023859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44190" y="165547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85732" y="4110342"/>
            <a:ext cx="8859963" cy="6144768"/>
          </a:xfrm>
        </p:spPr>
        <p:txBody>
          <a:bodyPr anchor="b">
            <a:normAutofit/>
          </a:bodyPr>
          <a:lstStyle>
            <a:lvl1pPr marL="514350" indent="-514350">
              <a:buFont typeface="+mj-lt"/>
              <a:buAutoNum type="arabicPeriod"/>
              <a:defRPr sz="2100"/>
            </a:lvl1pPr>
            <a:lvl2pPr marL="857250" indent="-514350">
              <a:buFont typeface="+mj-lt"/>
              <a:buAutoNum type="arabicPeriod"/>
              <a:defRPr sz="2100"/>
            </a:lvl2pPr>
            <a:lvl3pPr marL="1200150" indent="-514350">
              <a:buFont typeface="+mj-lt"/>
              <a:buAutoNum type="arabicPeriod"/>
              <a:defRPr sz="2100"/>
            </a:lvl3pPr>
            <a:lvl4pPr marL="1543050" indent="-514350">
              <a:buFont typeface="+mj-lt"/>
              <a:buAutoNum type="arabicPeriod"/>
              <a:defRPr sz="2100"/>
            </a:lvl4pPr>
            <a:lvl5pPr marL="1885950" indent="-514350">
              <a:buFont typeface="+mj-lt"/>
              <a:buAutoNum type="arabicPeriod"/>
              <a:defRPr sz="2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7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68" y="1481328"/>
            <a:ext cx="8049720" cy="6066762"/>
          </a:xfrm>
        </p:spPr>
        <p:txBody>
          <a:bodyPr>
            <a:norm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225" y="151052"/>
            <a:ext cx="804972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85733" y="151052"/>
            <a:ext cx="4410674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58597" y="151052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85733" y="1453896"/>
            <a:ext cx="8005130" cy="7227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34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483469"/>
            <a:ext cx="5194317" cy="4413629"/>
          </a:xfrm>
        </p:spPr>
        <p:txBody>
          <a:bodyPr>
            <a:norm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225" y="151052"/>
            <a:ext cx="520533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75751" y="151052"/>
            <a:ext cx="4410674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58597" y="151052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75751" y="1451534"/>
            <a:ext cx="10826657" cy="78557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1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8707" y="918210"/>
            <a:ext cx="9749483" cy="227941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"/>
            <a:ext cx="7206018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56183" y="3686109"/>
            <a:ext cx="9662007" cy="5668466"/>
          </a:xfrm>
        </p:spPr>
        <p:txBody>
          <a:bodyPr anchor="t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56184" y="9679486"/>
            <a:ext cx="2952563" cy="547688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6674379" y="9679484"/>
            <a:ext cx="643811" cy="547688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690" y="932689"/>
            <a:ext cx="10879065" cy="170815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"/>
            <a:ext cx="6035040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63633" y="3173106"/>
            <a:ext cx="10838123" cy="6319389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422690" y="9739313"/>
            <a:ext cx="2952563" cy="547688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3535855" y="9739313"/>
            <a:ext cx="2394300" cy="547688"/>
          </a:xfrm>
        </p:spPr>
        <p:txBody>
          <a:bodyPr anchor="b"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6657945" y="9739313"/>
            <a:ext cx="643811" cy="547688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48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460" y="932689"/>
            <a:ext cx="10879065" cy="17081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54404" y="3173106"/>
            <a:ext cx="10838123" cy="6319389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52960" y="2"/>
            <a:ext cx="6035040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3461" y="9739313"/>
            <a:ext cx="2952563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926626" y="9739313"/>
            <a:ext cx="23943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8716" y="9739313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23" y="932690"/>
            <a:ext cx="7990026" cy="2261181"/>
          </a:xfrm>
        </p:spPr>
        <p:txBody>
          <a:bodyPr anchor="t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77925" y="3769665"/>
            <a:ext cx="7990025" cy="5352009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463263" y="0"/>
            <a:ext cx="8824737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7923" y="9675356"/>
            <a:ext cx="2952563" cy="547688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80930" y="9697469"/>
            <a:ext cx="643811" cy="547688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77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48" y="932689"/>
            <a:ext cx="6670307" cy="2801444"/>
          </a:xfrm>
        </p:spPr>
        <p:txBody>
          <a:bodyPr anchor="t">
            <a:no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911" y="4336094"/>
            <a:ext cx="6673841" cy="4707657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5355" y="0"/>
            <a:ext cx="10242645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3428" y="9645715"/>
            <a:ext cx="2952563" cy="569801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5941" y="9645715"/>
            <a:ext cx="643811" cy="569801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06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4600" y="932689"/>
            <a:ext cx="5826819" cy="3420752"/>
          </a:xfrm>
        </p:spPr>
        <p:txBody>
          <a:bodyPr anchor="t">
            <a:no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0890914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531282" y="4817268"/>
            <a:ext cx="5826821" cy="41148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474600" y="9684577"/>
            <a:ext cx="2952563" cy="569801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6701229" y="9684578"/>
            <a:ext cx="643811" cy="569801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3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412415"/>
            <a:ext cx="6643050" cy="3930881"/>
          </a:xfrm>
        </p:spPr>
        <p:txBody>
          <a:bodyPr anchor="t">
            <a:no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8288000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2054" y="5369554"/>
            <a:ext cx="9447663" cy="39308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342900" indent="0">
              <a:buNone/>
              <a:defRPr lang="en-US" dirty="0"/>
            </a:lvl2pPr>
            <a:lvl3pPr marL="685800" indent="0">
              <a:buNone/>
              <a:defRPr lang="en-US" dirty="0"/>
            </a:lvl3pPr>
            <a:lvl4pPr marL="1028700" indent="0">
              <a:buNone/>
              <a:defRPr lang="en-US" dirty="0"/>
            </a:lvl4pPr>
            <a:lvl5pPr marL="1371600" indent="0"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894000" y="9664309"/>
            <a:ext cx="2952563" cy="569801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1545561" y="9664309"/>
            <a:ext cx="3443996" cy="569801"/>
          </a:xfrm>
        </p:spPr>
        <p:txBody>
          <a:bodyPr anchor="b"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6705907" y="9664310"/>
            <a:ext cx="643811" cy="569801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88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7" y="947565"/>
            <a:ext cx="16548359" cy="1672805"/>
          </a:xfrm>
        </p:spPr>
        <p:txBody>
          <a:bodyPr anchor="t">
            <a:no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3772" y="3173105"/>
            <a:ext cx="8679977" cy="700714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85733" y="3173105"/>
            <a:ext cx="8030723" cy="6166332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2100"/>
            </a:lvl1pPr>
            <a:lvl2pPr marL="342900" indent="0">
              <a:buFont typeface="Arial" panose="020B0604020202020204" pitchFamily="34" charset="0"/>
              <a:buNone/>
              <a:defRPr sz="2100"/>
            </a:lvl2pPr>
            <a:lvl3pPr marL="685800" indent="0">
              <a:buFont typeface="Arial" panose="020B0604020202020204" pitchFamily="34" charset="0"/>
              <a:buNone/>
              <a:defRPr sz="2100"/>
            </a:lvl3pPr>
            <a:lvl4pPr marL="1028700" indent="0">
              <a:buFont typeface="Arial" panose="020B0604020202020204" pitchFamily="34" charset="0"/>
              <a:buNone/>
              <a:defRPr sz="2100"/>
            </a:lvl4pPr>
            <a:lvl5pPr marL="1371600" indent="0">
              <a:buFont typeface="Arial" panose="020B0604020202020204" pitchFamily="34" charset="0"/>
              <a:buNone/>
              <a:defRPr sz="2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9266138" y="9643477"/>
            <a:ext cx="6701744" cy="547688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6390271" y="9632564"/>
            <a:ext cx="926186" cy="547688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1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022" y="966000"/>
            <a:ext cx="3891825" cy="2815698"/>
          </a:xfrm>
        </p:spPr>
        <p:txBody>
          <a:bodyPr anchor="t" anchorCtr="0">
            <a:no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110" y="4349931"/>
            <a:ext cx="5415627" cy="49710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3275" y="966000"/>
            <a:ext cx="10774617" cy="8355000"/>
          </a:xfrm>
        </p:spPr>
        <p:txBody>
          <a:bodyPr anchor="b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8889" y="9657427"/>
            <a:ext cx="7915278" cy="547688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285733" y="9648745"/>
            <a:ext cx="3816119" cy="547688"/>
          </a:xfrm>
        </p:spPr>
        <p:txBody>
          <a:bodyPr anchor="b"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6648693" y="9657427"/>
            <a:ext cx="643811" cy="547688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81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257032"/>
            <a:ext cx="8853986" cy="2029968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3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81887" y="-235425"/>
            <a:ext cx="8935872" cy="676587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25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65152" y="8778240"/>
            <a:ext cx="1508760" cy="150876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44190" y="151052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2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-1700784"/>
            <a:ext cx="15979140" cy="150876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44680" y="8778240"/>
            <a:ext cx="1508760" cy="150876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26204" y="1525139"/>
            <a:ext cx="15124040" cy="8761863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8400" b="0" spc="-300" baseline="0"/>
            </a:lvl1pPr>
            <a:lvl2pPr marL="342900" indent="0">
              <a:lnSpc>
                <a:spcPct val="80000"/>
              </a:lnSpc>
              <a:buNone/>
              <a:defRPr sz="8400" b="0" spc="-300" baseline="0"/>
            </a:lvl2pPr>
            <a:lvl3pPr marL="685800" indent="0">
              <a:lnSpc>
                <a:spcPct val="80000"/>
              </a:lnSpc>
              <a:buNone/>
              <a:defRPr sz="8400" b="0" spc="-300" baseline="0"/>
            </a:lvl3pPr>
            <a:lvl4pPr marL="1028700" indent="0">
              <a:lnSpc>
                <a:spcPct val="80000"/>
              </a:lnSpc>
              <a:buNone/>
              <a:defRPr sz="8400" b="0" spc="-300" baseline="0"/>
            </a:lvl4pPr>
            <a:lvl5pPr marL="1371600" indent="0">
              <a:lnSpc>
                <a:spcPct val="80000"/>
              </a:lnSpc>
              <a:buNone/>
              <a:defRPr sz="8400" b="0" spc="-3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0526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25021" y="8778240"/>
            <a:ext cx="1508760" cy="150876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849890"/>
            <a:ext cx="8853986" cy="143711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27432" y="143301"/>
            <a:ext cx="13441680" cy="6714699"/>
          </a:xfrm>
        </p:spPr>
        <p:txBody>
          <a:bodyPr anchor="t">
            <a:normAutofit/>
          </a:bodyPr>
          <a:lstStyle>
            <a:lvl1pPr marL="246888" indent="-246888">
              <a:lnSpc>
                <a:spcPct val="80000"/>
              </a:lnSpc>
              <a:spcBef>
                <a:spcPts val="0"/>
              </a:spcBef>
              <a:buNone/>
              <a:defRPr sz="8400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7644190" y="165547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289545" y="9588847"/>
            <a:ext cx="4657299" cy="547688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098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1481328"/>
            <a:ext cx="5198364" cy="441655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530" y="165547"/>
            <a:ext cx="521208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73953" y="156865"/>
            <a:ext cx="725532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73950" y="1481328"/>
            <a:ext cx="11170238" cy="3840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473951" y="5897880"/>
            <a:ext cx="11170236" cy="38404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22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46404"/>
            <a:ext cx="16527780" cy="16325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528" y="165547"/>
            <a:ext cx="7915278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85733" y="156865"/>
            <a:ext cx="725532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5528" y="3429001"/>
            <a:ext cx="7776972" cy="8010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5527" y="4471415"/>
            <a:ext cx="7774782" cy="53791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85732" y="3429001"/>
            <a:ext cx="7774782" cy="8010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85732" y="4471416"/>
            <a:ext cx="7774782" cy="53791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48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966995"/>
            <a:ext cx="16568928" cy="16325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528" y="164593"/>
            <a:ext cx="7915278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847893" y="165547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239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51052"/>
            <a:ext cx="8847945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6881" y="151052"/>
            <a:ext cx="7998002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44190" y="151052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276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90" y="982640"/>
            <a:ext cx="16473614" cy="2292824"/>
          </a:xfrm>
        </p:spPr>
        <p:txBody>
          <a:bodyPr anchor="t">
            <a:no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8890" y="3746311"/>
            <a:ext cx="16473614" cy="5076968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8889" y="9657427"/>
            <a:ext cx="7915278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285733" y="9648745"/>
            <a:ext cx="3816119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6648693" y="9657427"/>
            <a:ext cx="64381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17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23" y="4324635"/>
            <a:ext cx="11612777" cy="2763030"/>
          </a:xfrm>
        </p:spPr>
        <p:txBody>
          <a:bodyPr anchor="b">
            <a:noAutofit/>
          </a:bodyPr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359" y="151052"/>
            <a:ext cx="804258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6882" y="151052"/>
            <a:ext cx="3789045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5358" y="7383167"/>
            <a:ext cx="11612775" cy="1919423"/>
          </a:xfrm>
        </p:spPr>
        <p:txBody>
          <a:bodyPr anchor="t">
            <a:no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2100"/>
            </a:lvl3pPr>
            <a:lvl4pPr marL="1028700" indent="0">
              <a:buNone/>
              <a:defRPr sz="2100"/>
            </a:lvl4pPr>
            <a:lvl5pPr marL="1371600" indent="0">
              <a:buNone/>
              <a:defRPr sz="2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44190" y="9588262"/>
            <a:ext cx="643811" cy="547688"/>
          </a:xfrm>
        </p:spPr>
        <p:txBody>
          <a:bodyPr anchor="b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12681269" y="151052"/>
            <a:ext cx="5336856" cy="5336856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409249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432" y="966995"/>
            <a:ext cx="18002388" cy="16325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85733" y="156865"/>
            <a:ext cx="7255325" cy="54768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52" y="165547"/>
            <a:ext cx="7915278" cy="54768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644189" y="165547"/>
            <a:ext cx="643811" cy="54768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861282"/>
            <a:ext cx="18002388" cy="7260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1371600" rtl="0" eaLnBrk="1" latinLnBrk="0" hangingPunct="1">
        <a:lnSpc>
          <a:spcPct val="80000"/>
        </a:lnSpc>
        <a:spcBef>
          <a:spcPct val="0"/>
        </a:spcBef>
        <a:buNone/>
        <a:defRPr sz="8400" b="0" i="0" kern="1200" spc="-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80000"/>
        </a:lnSpc>
        <a:spcBef>
          <a:spcPts val="1500"/>
        </a:spcBef>
        <a:buFont typeface="Arial" panose="020B0604020202020204" pitchFamily="34" charset="0"/>
        <a:buNone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1371600" rtl="0" eaLnBrk="1" latinLnBrk="0" hangingPunct="1">
        <a:lnSpc>
          <a:spcPct val="80000"/>
        </a:lnSpc>
        <a:spcBef>
          <a:spcPts val="1500"/>
        </a:spcBef>
        <a:buFont typeface="Arial" panose="020B0604020202020204" pitchFamily="34" charset="0"/>
        <a:buNone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1371600" rtl="0" eaLnBrk="1" latinLnBrk="0" hangingPunct="1">
        <a:lnSpc>
          <a:spcPct val="80000"/>
        </a:lnSpc>
        <a:spcBef>
          <a:spcPts val="1500"/>
        </a:spcBef>
        <a:buFont typeface="Arial" panose="020B0604020202020204" pitchFamily="34" charset="0"/>
        <a:buNone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1371600" rtl="0" eaLnBrk="1" latinLnBrk="0" hangingPunct="1">
        <a:lnSpc>
          <a:spcPct val="80000"/>
        </a:lnSpc>
        <a:spcBef>
          <a:spcPts val="1500"/>
        </a:spcBef>
        <a:buFont typeface="Arial" panose="020B0604020202020204" pitchFamily="34" charset="0"/>
        <a:buNone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1371600" rtl="0" eaLnBrk="1" latinLnBrk="0" hangingPunct="1">
        <a:lnSpc>
          <a:spcPct val="80000"/>
        </a:lnSpc>
        <a:spcBef>
          <a:spcPts val="1500"/>
        </a:spcBef>
        <a:buFont typeface="Arial" panose="020B0604020202020204" pitchFamily="34" charset="0"/>
        <a:buNone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0515" y="-2377820"/>
            <a:ext cx="19285436" cy="15042640"/>
          </a:xfrm>
          <a:custGeom>
            <a:avLst/>
            <a:gdLst/>
            <a:ahLst/>
            <a:cxnLst/>
            <a:rect l="l" t="t" r="r" b="b"/>
            <a:pathLst>
              <a:path w="19285436" h="15042640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16407" y="5750422"/>
            <a:ext cx="5814185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 lang="en-US" sz="2800" spc="-42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28874" y="7717372"/>
            <a:ext cx="438925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Alexandria Quantum 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Hackathon II</a:t>
            </a:r>
          </a:p>
        </p:txBody>
      </p:sp>
      <p:sp>
        <p:nvSpPr>
          <p:cNvPr id="7" name="Freeform 7"/>
          <p:cNvSpPr/>
          <p:nvPr/>
        </p:nvSpPr>
        <p:spPr>
          <a:xfrm>
            <a:off x="762000" y="7640244"/>
            <a:ext cx="766543" cy="682043"/>
          </a:xfrm>
          <a:custGeom>
            <a:avLst/>
            <a:gdLst/>
            <a:ahLst/>
            <a:cxnLst/>
            <a:rect l="l" t="t" r="r" b="b"/>
            <a:pathLst>
              <a:path w="718917" h="669492">
                <a:moveTo>
                  <a:pt x="0" y="0"/>
                </a:moveTo>
                <a:lnTo>
                  <a:pt x="718918" y="0"/>
                </a:lnTo>
                <a:lnTo>
                  <a:pt x="718918" y="669492"/>
                </a:lnTo>
                <a:lnTo>
                  <a:pt x="0" y="669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6408D-B22B-0C96-6D17-DF0282D8A870}"/>
              </a:ext>
            </a:extLst>
          </p:cNvPr>
          <p:cNvSpPr txBox="1"/>
          <p:nvPr/>
        </p:nvSpPr>
        <p:spPr>
          <a:xfrm>
            <a:off x="304800" y="757178"/>
            <a:ext cx="16072349" cy="551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469"/>
              </a:lnSpc>
            </a:pPr>
            <a:r>
              <a:rPr lang="en-GB" sz="10884" spc="-272" dirty="0">
                <a:solidFill>
                  <a:srgbClr val="0E4714"/>
                </a:solidFill>
                <a:latin typeface="Times New Roman MT Condensed"/>
              </a:rPr>
              <a:t>Problem 3:</a:t>
            </a:r>
          </a:p>
          <a:p>
            <a:pPr>
              <a:lnSpc>
                <a:spcPts val="9469"/>
              </a:lnSpc>
            </a:pPr>
            <a:r>
              <a:rPr lang="en-GB" sz="10884" spc="-272" dirty="0">
                <a:solidFill>
                  <a:srgbClr val="0E4714"/>
                </a:solidFill>
                <a:latin typeface="Times New Roman MT Condensed"/>
              </a:rPr>
              <a:t>Securing the Quantum Channel:</a:t>
            </a:r>
          </a:p>
          <a:p>
            <a:pPr>
              <a:lnSpc>
                <a:spcPts val="9469"/>
              </a:lnSpc>
            </a:pPr>
            <a:r>
              <a:rPr lang="en-GB" sz="10884" spc="-272" dirty="0">
                <a:solidFill>
                  <a:srgbClr val="0E4714"/>
                </a:solidFill>
                <a:latin typeface="Times New Roman MT Condensed"/>
              </a:rPr>
              <a:t>Quantum Key Distribution (QKD)</a:t>
            </a:r>
          </a:p>
          <a:p>
            <a:pPr>
              <a:lnSpc>
                <a:spcPts val="9469"/>
              </a:lnSpc>
            </a:pPr>
            <a:endParaRPr lang="en-GB" sz="10884" spc="-272" dirty="0">
              <a:solidFill>
                <a:srgbClr val="0E4714"/>
              </a:solidFill>
              <a:latin typeface="Times New Roman MT Condensed"/>
            </a:endParaRPr>
          </a:p>
          <a:p>
            <a:endParaRPr lang="en-GB" sz="3600" dirty="0"/>
          </a:p>
        </p:txBody>
      </p:sp>
      <p:pic>
        <p:nvPicPr>
          <p:cNvPr id="12" name="Google Shape;1608;p38" title="qhackathon_logo-removebg-preview.png">
            <a:extLst>
              <a:ext uri="{FF2B5EF4-FFF2-40B4-BE49-F238E27FC236}">
                <a16:creationId xmlns:a16="http://schemas.microsoft.com/office/drawing/2014/main" id="{E16FB953-C93B-D777-0FC4-858A87AB832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9682" y="-545920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28700" y="1450334"/>
            <a:ext cx="11269282" cy="1308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 dirty="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Team Members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8970" y="2253139"/>
            <a:ext cx="10477512" cy="5254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5235"/>
              </a:lnSpc>
            </a:pPr>
            <a:endParaRPr lang="en-US" sz="2799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Esraa Mohamed Mahmoud Hussien</a:t>
            </a: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r>
              <a:rPr lang="en-US" sz="2799" spc="-41" dirty="0" err="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Mo'men</a:t>
            </a: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Mohamed Ramadan Mohamed</a:t>
            </a: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Mohammed Ahmed Mohammed El-said</a:t>
            </a: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Aivy Moataz </a:t>
            </a:r>
            <a:r>
              <a:rPr lang="en-US" sz="2799" spc="-41" dirty="0" err="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bella</a:t>
            </a: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Mostafa Kamel</a:t>
            </a: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Shaheen Abdelrahman Maher Ibrahim Karam</a:t>
            </a: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endParaRPr lang="en-US" sz="2799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endParaRPr lang="en-US" sz="2799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52D7E5B-1DD5-53CB-8D4B-1A740F303533}"/>
              </a:ext>
            </a:extLst>
          </p:cNvPr>
          <p:cNvSpPr txBox="1"/>
          <p:nvPr/>
        </p:nvSpPr>
        <p:spPr>
          <a:xfrm>
            <a:off x="1143000" y="6462120"/>
            <a:ext cx="11269282" cy="1109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5400" spc="-272" dirty="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Mentors: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67F87-554F-A707-60DC-486EC0B25026}"/>
              </a:ext>
            </a:extLst>
          </p:cNvPr>
          <p:cNvSpPr txBox="1"/>
          <p:nvPr/>
        </p:nvSpPr>
        <p:spPr>
          <a:xfrm>
            <a:off x="913033" y="7734300"/>
            <a:ext cx="15191872" cy="2012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r>
              <a:rPr lang="en-US" sz="2400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Mahmoud </a:t>
            </a:r>
            <a:r>
              <a:rPr lang="en-US" sz="2400" spc="-41" dirty="0" err="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ElShimi</a:t>
            </a:r>
            <a:endParaRPr lang="en-US" sz="2400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r>
              <a:rPr lang="en-US" sz="2400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Raghad Nawwar</a:t>
            </a:r>
          </a:p>
          <a:p>
            <a:pPr marL="816609" lvl="1" indent="-514350">
              <a:lnSpc>
                <a:spcPts val="5235"/>
              </a:lnSpc>
              <a:buFont typeface="Wingdings" panose="05000000000000000000" pitchFamily="2" charset="2"/>
              <a:buChar char="Ø"/>
            </a:pPr>
            <a:r>
              <a:rPr lang="en-US" sz="2400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Mohamed Helmy</a:t>
            </a:r>
          </a:p>
        </p:txBody>
      </p:sp>
      <p:pic>
        <p:nvPicPr>
          <p:cNvPr id="7" name="Google Shape;1608;p38" title="qhackathon_logo-removebg-preview.png">
            <a:extLst>
              <a:ext uri="{FF2B5EF4-FFF2-40B4-BE49-F238E27FC236}">
                <a16:creationId xmlns:a16="http://schemas.microsoft.com/office/drawing/2014/main" id="{5F79066B-2D86-871D-93CC-A52D29E760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650" b="5650"/>
          <a:stretch/>
        </p:blipFill>
        <p:spPr>
          <a:xfrm>
            <a:off x="16611600" y="38100"/>
            <a:ext cx="16764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9682" y="-545920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28700" y="1450334"/>
            <a:ext cx="11269282" cy="1308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69"/>
              </a:lnSpc>
            </a:pPr>
            <a:r>
              <a:rPr lang="en-GB" sz="10884" spc="-272" dirty="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Outlines: </a:t>
            </a:r>
            <a:endParaRPr lang="en-US" sz="10884" spc="-272" dirty="0">
              <a:solidFill>
                <a:srgbClr val="0E4714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688" y="2759026"/>
            <a:ext cx="8648711" cy="8700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16609" lvl="1" indent="-514350" algn="l">
              <a:lnSpc>
                <a:spcPts val="5235"/>
              </a:lnSpc>
              <a:buFont typeface="+mj-lt"/>
              <a:buAutoNum type="arabicPeriod"/>
            </a:pP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Introduction</a:t>
            </a:r>
          </a:p>
          <a:p>
            <a:pPr marL="816609" lvl="1" indent="-514350" algn="l">
              <a:lnSpc>
                <a:spcPts val="5235"/>
              </a:lnSpc>
              <a:buFont typeface="+mj-lt"/>
              <a:buAutoNum type="arabicPeriod"/>
            </a:pP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BB84 Implementation Example</a:t>
            </a:r>
          </a:p>
          <a:p>
            <a:pPr marL="816609" lvl="1" indent="-514350" algn="l">
              <a:lnSpc>
                <a:spcPts val="5235"/>
              </a:lnSpc>
              <a:buFont typeface="+mj-lt"/>
              <a:buAutoNum type="arabicPeriod"/>
            </a:pP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Problem Statement</a:t>
            </a:r>
          </a:p>
          <a:p>
            <a:pPr marL="816609" lvl="1" indent="-514350" algn="l">
              <a:lnSpc>
                <a:spcPts val="5235"/>
              </a:lnSpc>
              <a:buFont typeface="+mj-lt"/>
              <a:buAutoNum type="arabicPeriod"/>
            </a:pPr>
            <a:r>
              <a:rPr lang="en-US" sz="2799" spc="-4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Quantum Approach</a:t>
            </a:r>
          </a:p>
          <a:p>
            <a:pPr marL="1330959" lvl="2" indent="-571500">
              <a:lnSpc>
                <a:spcPct val="100000"/>
              </a:lnSpc>
              <a:buFont typeface="+mj-lt"/>
              <a:buAutoNum type="romanUcPeriod"/>
            </a:pPr>
            <a:r>
              <a:rPr lang="en-GB" sz="2799" spc="-41" dirty="0">
                <a:solidFill>
                  <a:srgbClr val="0E4714"/>
                </a:solidFill>
                <a:latin typeface="Gotham"/>
                <a:cs typeface="Gotham"/>
              </a:rPr>
              <a:t>QKD Implementation of Simulation</a:t>
            </a:r>
          </a:p>
          <a:p>
            <a:pPr marL="1273809" lvl="2" indent="-514350">
              <a:lnSpc>
                <a:spcPct val="100000"/>
              </a:lnSpc>
              <a:buFont typeface="+mj-lt"/>
              <a:buAutoNum type="romanUcPeriod"/>
            </a:pPr>
            <a:r>
              <a:rPr lang="en-GB" sz="2799" spc="-41" dirty="0">
                <a:solidFill>
                  <a:srgbClr val="0E4714"/>
                </a:solidFill>
                <a:latin typeface="Gotham"/>
                <a:cs typeface="Gotham"/>
              </a:rPr>
              <a:t>QBER without Eve vs. with Eve</a:t>
            </a:r>
          </a:p>
          <a:p>
            <a:pPr marL="1273809" lvl="2" indent="-514350">
              <a:lnSpc>
                <a:spcPct val="100000"/>
              </a:lnSpc>
              <a:buFont typeface="+mj-lt"/>
              <a:buAutoNum type="romanUcPeriod"/>
            </a:pPr>
            <a:r>
              <a:rPr lang="en-GB" sz="2799" spc="-41" dirty="0">
                <a:solidFill>
                  <a:srgbClr val="0E4714"/>
                </a:solidFill>
                <a:latin typeface="Gotham"/>
                <a:cs typeface="Gotham"/>
              </a:rPr>
              <a:t>Noise experiment</a:t>
            </a:r>
          </a:p>
          <a:p>
            <a:pPr marL="1273809" lvl="2" indent="-514350">
              <a:lnSpc>
                <a:spcPct val="100000"/>
              </a:lnSpc>
              <a:buFont typeface="+mj-lt"/>
              <a:buAutoNum type="romanUcPeriod"/>
            </a:pPr>
            <a:r>
              <a:rPr lang="en-GB" sz="2799" spc="-41" dirty="0">
                <a:solidFill>
                  <a:srgbClr val="0E4714"/>
                </a:solidFill>
                <a:latin typeface="Gotham"/>
                <a:cs typeface="Gotham"/>
              </a:rPr>
              <a:t>Reconciliation and Privacy Amplification</a:t>
            </a:r>
          </a:p>
          <a:p>
            <a:pPr marL="1273809" lvl="2" indent="-514350">
              <a:lnSpc>
                <a:spcPct val="100000"/>
              </a:lnSpc>
              <a:buFont typeface="+mj-lt"/>
              <a:buAutoNum type="romanUcPeriod"/>
            </a:pPr>
            <a:r>
              <a:rPr lang="en-GB" sz="2799" spc="-41" dirty="0">
                <a:solidFill>
                  <a:srgbClr val="0E4714"/>
                </a:solidFill>
                <a:latin typeface="Gotham"/>
                <a:cs typeface="Gotham"/>
              </a:rPr>
              <a:t>Security threshold</a:t>
            </a:r>
          </a:p>
          <a:p>
            <a:pPr marL="1273809" lvl="2" indent="-514350">
              <a:lnSpc>
                <a:spcPct val="100000"/>
              </a:lnSpc>
              <a:buFont typeface="+mj-lt"/>
              <a:buAutoNum type="romanUcPeriod"/>
            </a:pPr>
            <a:r>
              <a:rPr lang="en-GB" sz="2799" spc="-41" dirty="0">
                <a:solidFill>
                  <a:srgbClr val="0E4714"/>
                </a:solidFill>
                <a:latin typeface="Gotham"/>
                <a:cs typeface="Gotham"/>
              </a:rPr>
              <a:t>Limitations </a:t>
            </a:r>
          </a:p>
          <a:p>
            <a:pPr marL="816609" lvl="1" indent="-514350">
              <a:buFont typeface="+mj-lt"/>
              <a:buAutoNum type="arabicPeriod"/>
            </a:pPr>
            <a:r>
              <a:rPr lang="en-GB" sz="2799" spc="-41" dirty="0">
                <a:solidFill>
                  <a:srgbClr val="0E4714"/>
                </a:solidFill>
                <a:latin typeface="Gotham"/>
                <a:cs typeface="Gotham"/>
              </a:rPr>
              <a:t>Conclusion</a:t>
            </a:r>
          </a:p>
          <a:p>
            <a:pPr marL="1273809" lvl="2" indent="-514350">
              <a:lnSpc>
                <a:spcPct val="100000"/>
              </a:lnSpc>
              <a:buFont typeface="+mj-lt"/>
              <a:buAutoNum type="romanLcPeriod"/>
            </a:pPr>
            <a:endParaRPr lang="en-US" sz="2799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1330959" lvl="2" indent="-571500">
              <a:lnSpc>
                <a:spcPts val="5235"/>
              </a:lnSpc>
              <a:buFont typeface="+mj-lt"/>
              <a:buAutoNum type="romanLcPeriod"/>
            </a:pPr>
            <a:endParaRPr lang="en-US" sz="2799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1273809" lvl="2" indent="-514350">
              <a:lnSpc>
                <a:spcPts val="5235"/>
              </a:lnSpc>
              <a:buFont typeface="+mj-lt"/>
              <a:buAutoNum type="romanLcPeriod"/>
            </a:pPr>
            <a:endParaRPr lang="en-US" sz="2799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816609" lvl="1" indent="-514350" algn="l">
              <a:lnSpc>
                <a:spcPts val="5235"/>
              </a:lnSpc>
              <a:buFont typeface="+mj-lt"/>
              <a:buAutoNum type="arabicPeriod"/>
            </a:pPr>
            <a:endParaRPr lang="en-US" sz="2799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endParaRPr lang="en-US" sz="2799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6" name="Google Shape;1608;p38" title="qhackathon_logo-removebg-preview.png">
            <a:extLst>
              <a:ext uri="{FF2B5EF4-FFF2-40B4-BE49-F238E27FC236}">
                <a16:creationId xmlns:a16="http://schemas.microsoft.com/office/drawing/2014/main" id="{0C138A4A-152D-A90A-A84C-799B967C05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1" y="3751896"/>
            <a:ext cx="6743700" cy="1331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4"/>
              </a:lnSpc>
            </a:pPr>
            <a:endParaRPr lang="en-US" sz="9404" i="1" spc="-178" dirty="0">
              <a:solidFill>
                <a:srgbClr val="0E4714"/>
              </a:solidFill>
              <a:latin typeface="Times New Roman MT Condensed Italics"/>
              <a:ea typeface="Times New Roman MT Condensed Italics"/>
              <a:cs typeface="Times New Roman MT Condensed Italics"/>
              <a:sym typeface="Times New Roman MT Condensed Itali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703642" y="-513273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2398299" y="2214247"/>
            <a:ext cx="3759405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3785" b="1" dirty="0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1. Introduction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1016407" y="2140619"/>
            <a:ext cx="1296035" cy="1206933"/>
          </a:xfrm>
          <a:custGeom>
            <a:avLst/>
            <a:gdLst/>
            <a:ahLst/>
            <a:cxnLst/>
            <a:rect l="l" t="t" r="r" b="b"/>
            <a:pathLst>
              <a:path w="1296035" h="1206933">
                <a:moveTo>
                  <a:pt x="0" y="0"/>
                </a:moveTo>
                <a:lnTo>
                  <a:pt x="1296035" y="0"/>
                </a:lnTo>
                <a:lnTo>
                  <a:pt x="1296035" y="1206932"/>
                </a:lnTo>
                <a:lnTo>
                  <a:pt x="0" y="1206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0619D8-DAC5-B88E-B107-42D4DC232C7A}"/>
              </a:ext>
            </a:extLst>
          </p:cNvPr>
          <p:cNvSpPr txBox="1"/>
          <p:nvPr/>
        </p:nvSpPr>
        <p:spPr>
          <a:xfrm>
            <a:off x="609600" y="4000500"/>
            <a:ext cx="10287000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Classical encryption </a:t>
            </a:r>
            <a:r>
              <a:rPr lang="en-GB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relies on </a:t>
            </a:r>
            <a:r>
              <a:rPr lang="en-GB" sz="2800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computational hardness.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We need secure communication where eavesdropping can be detected. So, we use </a:t>
            </a:r>
            <a:r>
              <a:rPr lang="en-GB" sz="2800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BB84</a:t>
            </a:r>
            <a:r>
              <a:rPr lang="en-GB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(QKD protocol).</a:t>
            </a:r>
            <a:endParaRPr lang="en-GB" sz="2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800" dirty="0"/>
          </a:p>
          <a:p>
            <a:pPr>
              <a:lnSpc>
                <a:spcPct val="150000"/>
              </a:lnSpc>
            </a:pPr>
            <a:endParaRPr lang="en-GB" sz="2800" dirty="0"/>
          </a:p>
        </p:txBody>
      </p:sp>
      <p:pic>
        <p:nvPicPr>
          <p:cNvPr id="8" name="Picture 7" descr="Quantum Internet: The Next Leap in Communication Technology?">
            <a:extLst>
              <a:ext uri="{FF2B5EF4-FFF2-40B4-BE49-F238E27FC236}">
                <a16:creationId xmlns:a16="http://schemas.microsoft.com/office/drawing/2014/main" id="{23CE5B12-BEB8-93DE-6C78-53D9403ADB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217"/>
          <a:stretch>
            <a:fillRect/>
          </a:stretch>
        </p:blipFill>
        <p:spPr>
          <a:xfrm>
            <a:off x="10376804" y="1866900"/>
            <a:ext cx="7787514" cy="7620000"/>
          </a:xfrm>
          <a:prstGeom prst="rect">
            <a:avLst/>
          </a:prstGeom>
        </p:spPr>
      </p:pic>
      <p:pic>
        <p:nvPicPr>
          <p:cNvPr id="10" name="Google Shape;1608;p38" title="qhackathon_logo-removebg-preview.png">
            <a:extLst>
              <a:ext uri="{FF2B5EF4-FFF2-40B4-BE49-F238E27FC236}">
                <a16:creationId xmlns:a16="http://schemas.microsoft.com/office/drawing/2014/main" id="{03F639BF-BBCB-BB12-E3AB-6349E4428D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>
            <a:off x="11415085" y="-545920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Google Shape;1606;p38">
            <a:extLst>
              <a:ext uri="{FF2B5EF4-FFF2-40B4-BE49-F238E27FC236}">
                <a16:creationId xmlns:a16="http://schemas.microsoft.com/office/drawing/2014/main" id="{11940575-107A-ADA6-174F-56482EB05298}"/>
              </a:ext>
            </a:extLst>
          </p:cNvPr>
          <p:cNvSpPr txBox="1"/>
          <p:nvPr/>
        </p:nvSpPr>
        <p:spPr>
          <a:xfrm>
            <a:off x="6324600" y="3004257"/>
            <a:ext cx="7746330" cy="70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2800" b="1" kern="0" dirty="0">
                <a:solidFill>
                  <a:srgbClr val="000000"/>
                </a:solidFill>
                <a:latin typeface="Berlin Sans FB Demi" panose="020E0802020502020306" pitchFamily="34" charset="0"/>
                <a:cs typeface="Arial"/>
                <a:sym typeface="Arial"/>
              </a:rPr>
              <a:t>Build → Attack/Noise → Detect → </a:t>
            </a:r>
            <a:r>
              <a:rPr lang="en-GB" sz="2800" b="1" kern="0" dirty="0" err="1">
                <a:solidFill>
                  <a:srgbClr val="000000"/>
                </a:solidFill>
                <a:latin typeface="Berlin Sans FB Demi" panose="020E0802020502020306" pitchFamily="34" charset="0"/>
                <a:cs typeface="Arial"/>
                <a:sym typeface="Arial"/>
              </a:rPr>
              <a:t>Distill</a:t>
            </a:r>
            <a:endParaRPr lang="en-GB" sz="2800" b="1" kern="0" dirty="0">
              <a:solidFill>
                <a:srgbClr val="000000"/>
              </a:solidFill>
              <a:latin typeface="Berlin Sans FB Demi" panose="020E0802020502020306" pitchFamily="34" charset="0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GB"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GB"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DCDB1-B6BB-E7E5-4E58-E24ACA2E2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642" y="3921822"/>
            <a:ext cx="10363200" cy="5678588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E61DA458-9549-4CE0-1784-7D0C8786786F}"/>
              </a:ext>
            </a:extLst>
          </p:cNvPr>
          <p:cNvSpPr txBox="1"/>
          <p:nvPr/>
        </p:nvSpPr>
        <p:spPr>
          <a:xfrm>
            <a:off x="2398299" y="2214247"/>
            <a:ext cx="57551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3785" b="1" dirty="0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2. Problem Statement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C30EB6D-7DCA-0009-FCC4-50A3FFFF1DF2}"/>
              </a:ext>
            </a:extLst>
          </p:cNvPr>
          <p:cNvSpPr/>
          <p:nvPr/>
        </p:nvSpPr>
        <p:spPr>
          <a:xfrm>
            <a:off x="1016407" y="2140619"/>
            <a:ext cx="1296035" cy="1206933"/>
          </a:xfrm>
          <a:custGeom>
            <a:avLst/>
            <a:gdLst/>
            <a:ahLst/>
            <a:cxnLst/>
            <a:rect l="l" t="t" r="r" b="b"/>
            <a:pathLst>
              <a:path w="1296035" h="1206933">
                <a:moveTo>
                  <a:pt x="0" y="0"/>
                </a:moveTo>
                <a:lnTo>
                  <a:pt x="1296035" y="0"/>
                </a:lnTo>
                <a:lnTo>
                  <a:pt x="1296035" y="1206932"/>
                </a:lnTo>
                <a:lnTo>
                  <a:pt x="0" y="1206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3" name="Google Shape;1608;p38" title="qhackathon_logo-removebg-preview.png">
            <a:extLst>
              <a:ext uri="{FF2B5EF4-FFF2-40B4-BE49-F238E27FC236}">
                <a16:creationId xmlns:a16="http://schemas.microsoft.com/office/drawing/2014/main" id="{88AE012C-3AAD-CD3D-F3F4-BF5DDBF192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86D460-2096-6AE6-5A10-F5238B57BF8C}"/>
              </a:ext>
            </a:extLst>
          </p:cNvPr>
          <p:cNvSpPr txBox="1"/>
          <p:nvPr/>
        </p:nvSpPr>
        <p:spPr>
          <a:xfrm>
            <a:off x="135799" y="4174004"/>
            <a:ext cx="603640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/>
            <a:r>
              <a:rPr lang="en-GB" sz="2800" dirty="0">
                <a:latin typeface="Abadi" panose="020B0604020104020204" pitchFamily="34" charset="0"/>
              </a:rPr>
              <a:t>Building and stress-testing a full QKD pipeline to securely exchange keys, detect eavesdroppers, and </a:t>
            </a:r>
            <a:r>
              <a:rPr lang="en-GB" sz="2800" dirty="0" err="1">
                <a:latin typeface="Abadi" panose="020B0604020104020204" pitchFamily="34" charset="0"/>
              </a:rPr>
              <a:t>distill</a:t>
            </a:r>
            <a:r>
              <a:rPr lang="en-GB" sz="2800" dirty="0">
                <a:latin typeface="Abadi" panose="020B0604020104020204" pitchFamily="34" charset="0"/>
              </a:rPr>
              <a:t> absolute cryptographic secrecy.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6939-91F9-B1FB-6BC1-619A6926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8A7C7B0-0721-2CBC-F1FD-BE93263317C8}"/>
              </a:ext>
            </a:extLst>
          </p:cNvPr>
          <p:cNvSpPr txBox="1"/>
          <p:nvPr/>
        </p:nvSpPr>
        <p:spPr>
          <a:xfrm>
            <a:off x="1028701" y="3751896"/>
            <a:ext cx="6743700" cy="1331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4"/>
              </a:lnSpc>
            </a:pPr>
            <a:endParaRPr lang="en-US" sz="9404" i="1" spc="-178" dirty="0">
              <a:solidFill>
                <a:srgbClr val="0E4714"/>
              </a:solidFill>
              <a:latin typeface="Times New Roman MT Condensed Italics"/>
              <a:ea typeface="Times New Roman MT Condensed Italics"/>
              <a:cs typeface="Times New Roman MT Condensed Italics"/>
              <a:sym typeface="Times New Roman MT Condensed Itali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5C55FFF-FB92-6CAF-A399-F18940B5A657}"/>
              </a:ext>
            </a:extLst>
          </p:cNvPr>
          <p:cNvSpPr/>
          <p:nvPr/>
        </p:nvSpPr>
        <p:spPr>
          <a:xfrm>
            <a:off x="1703642" y="-513273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F183E42-78AE-EBD6-E6ED-7CFDC7949776}"/>
              </a:ext>
            </a:extLst>
          </p:cNvPr>
          <p:cNvSpPr txBox="1"/>
          <p:nvPr/>
        </p:nvSpPr>
        <p:spPr>
          <a:xfrm>
            <a:off x="2398299" y="2214247"/>
            <a:ext cx="86507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3785" b="1" dirty="0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3. BB84 Implementation Example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0A928F6-863D-4510-4D9C-E61C0EEE4A2A}"/>
              </a:ext>
            </a:extLst>
          </p:cNvPr>
          <p:cNvSpPr/>
          <p:nvPr/>
        </p:nvSpPr>
        <p:spPr>
          <a:xfrm>
            <a:off x="1016407" y="2140619"/>
            <a:ext cx="1296035" cy="1206933"/>
          </a:xfrm>
          <a:custGeom>
            <a:avLst/>
            <a:gdLst/>
            <a:ahLst/>
            <a:cxnLst/>
            <a:rect l="l" t="t" r="r" b="b"/>
            <a:pathLst>
              <a:path w="1296035" h="1206933">
                <a:moveTo>
                  <a:pt x="0" y="0"/>
                </a:moveTo>
                <a:lnTo>
                  <a:pt x="1296035" y="0"/>
                </a:lnTo>
                <a:lnTo>
                  <a:pt x="1296035" y="1206932"/>
                </a:lnTo>
                <a:lnTo>
                  <a:pt x="0" y="1206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7CA92-1F23-C29D-7016-E2826674D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385652"/>
            <a:ext cx="16078200" cy="60253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FCED86-A85C-DFCF-5879-D648BB65AE6F}"/>
              </a:ext>
            </a:extLst>
          </p:cNvPr>
          <p:cNvSpPr txBox="1"/>
          <p:nvPr/>
        </p:nvSpPr>
        <p:spPr>
          <a:xfrm>
            <a:off x="6877050" y="9582407"/>
            <a:ext cx="521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Figure 1. BB84 without Eve</a:t>
            </a:r>
          </a:p>
        </p:txBody>
      </p:sp>
      <p:pic>
        <p:nvPicPr>
          <p:cNvPr id="9" name="Google Shape;1608;p38" title="qhackathon_logo-removebg-preview.png">
            <a:extLst>
              <a:ext uri="{FF2B5EF4-FFF2-40B4-BE49-F238E27FC236}">
                <a16:creationId xmlns:a16="http://schemas.microsoft.com/office/drawing/2014/main" id="{4CC24DA9-AFD1-9099-F4C6-3BE52B8C19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5683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A9BE7-B027-BCE1-9CB9-1FA38675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43E5335-1884-0B48-60C6-83E9B948AC8C}"/>
              </a:ext>
            </a:extLst>
          </p:cNvPr>
          <p:cNvSpPr txBox="1"/>
          <p:nvPr/>
        </p:nvSpPr>
        <p:spPr>
          <a:xfrm>
            <a:off x="1028701" y="3751896"/>
            <a:ext cx="6743700" cy="1331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4"/>
              </a:lnSpc>
            </a:pPr>
            <a:endParaRPr lang="en-US" sz="9404" i="1" spc="-178" dirty="0">
              <a:solidFill>
                <a:srgbClr val="0E4714"/>
              </a:solidFill>
              <a:latin typeface="Times New Roman MT Condensed Italics"/>
              <a:ea typeface="Times New Roman MT Condensed Italics"/>
              <a:cs typeface="Times New Roman MT Condensed Italics"/>
              <a:sym typeface="Times New Roman MT Condensed Itali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55B629B-4EB3-BA3D-8352-6916875C0899}"/>
              </a:ext>
            </a:extLst>
          </p:cNvPr>
          <p:cNvSpPr/>
          <p:nvPr/>
        </p:nvSpPr>
        <p:spPr>
          <a:xfrm>
            <a:off x="1703642" y="-513273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4DDD752-B9A6-FA89-C1AA-8CA8B3B8A88E}"/>
              </a:ext>
            </a:extLst>
          </p:cNvPr>
          <p:cNvSpPr txBox="1"/>
          <p:nvPr/>
        </p:nvSpPr>
        <p:spPr>
          <a:xfrm>
            <a:off x="2735445" y="2054117"/>
            <a:ext cx="109367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2"/>
              </a:lnSpc>
            </a:pPr>
            <a:r>
              <a:rPr lang="en-GB" sz="3785" b="1" dirty="0">
                <a:solidFill>
                  <a:srgbClr val="0E4714"/>
                </a:solidFill>
                <a:latin typeface="Gotham Bold"/>
                <a:cs typeface="Gotham Bold"/>
              </a:rPr>
              <a:t>I.  QKD Implementation of Simulation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E4C92A-3B57-A660-9C1D-68BA6CCA8B82}"/>
                  </a:ext>
                </a:extLst>
              </p:cNvPr>
              <p:cNvSpPr txBox="1"/>
              <p:nvPr/>
            </p:nvSpPr>
            <p:spPr>
              <a:xfrm>
                <a:off x="1447800" y="3299467"/>
                <a:ext cx="76962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b="1" dirty="0">
                    <a:solidFill>
                      <a:srgbClr val="FF0000"/>
                    </a:solidFill>
                  </a:rPr>
                  <a:t>The Quantum Pipeline:</a:t>
                </a:r>
              </a:p>
              <a:p>
                <a:pPr algn="ctr"/>
                <a:endParaRPr lang="en-GB" sz="2800" b="1" dirty="0">
                  <a:solidFill>
                    <a:srgbClr val="FF0000"/>
                  </a:solidFill>
                </a:endParaRPr>
              </a:p>
              <a:p>
                <a:r>
                  <a:rPr lang="en-GB" sz="2800" b="1" dirty="0"/>
                  <a:t>Alice (Preparation)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800" b="1" dirty="0"/>
                  <a:t> Quantum Channel (+ Noise)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800" b="1" dirty="0"/>
                  <a:t> Eve (Intercept-Resend)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800" b="1" dirty="0"/>
                  <a:t> Bob (Measurement)</a:t>
                </a:r>
                <a:endParaRPr lang="en-GB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E4C92A-3B57-A660-9C1D-68BA6CCA8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299467"/>
                <a:ext cx="7696200" cy="1815882"/>
              </a:xfrm>
              <a:prstGeom prst="rect">
                <a:avLst/>
              </a:prstGeom>
              <a:blipFill>
                <a:blip r:embed="rId3"/>
                <a:stretch>
                  <a:fillRect l="-1664" t="-3356" b="-318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1608;p38" title="qhackathon_logo-removebg-preview.png">
            <a:extLst>
              <a:ext uri="{FF2B5EF4-FFF2-40B4-BE49-F238E27FC236}">
                <a16:creationId xmlns:a16="http://schemas.microsoft.com/office/drawing/2014/main" id="{DCF1BFA8-FDB8-C9B8-883B-2EC1886B36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6F41E2-7792-8A59-8BD6-237FD6E15919}"/>
                  </a:ext>
                </a:extLst>
              </p:cNvPr>
              <p:cNvSpPr txBox="1"/>
              <p:nvPr/>
            </p:nvSpPr>
            <p:spPr>
              <a:xfrm>
                <a:off x="2133600" y="6296255"/>
                <a:ext cx="891540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>
                    <a:solidFill>
                      <a:srgbClr val="FF0000"/>
                    </a:solidFill>
                  </a:rPr>
                  <a:t>Environment:</a:t>
                </a:r>
                <a:r>
                  <a:rPr lang="en-GB" sz="2800" b="1" dirty="0"/>
                  <a:t> </a:t>
                </a:r>
                <a:r>
                  <a:rPr lang="en-GB" sz="2800" b="1" dirty="0" err="1"/>
                  <a:t>Qiskit</a:t>
                </a:r>
                <a:r>
                  <a:rPr lang="en-GB" sz="2800" b="1" dirty="0"/>
                  <a:t> </a:t>
                </a:r>
                <a:r>
                  <a:rPr lang="en-GB" sz="2800" b="1" dirty="0" err="1"/>
                  <a:t>AerSimulator</a:t>
                </a:r>
                <a:endParaRPr lang="en-GB" sz="2800" b="1" dirty="0"/>
              </a:p>
              <a:p>
                <a:r>
                  <a:rPr lang="en-GB" sz="2800" b="1" cap="all" dirty="0">
                    <a:solidFill>
                      <a:srgbClr val="FF0000"/>
                    </a:solidFill>
                  </a:rPr>
                  <a:t>B</a:t>
                </a:r>
                <a:r>
                  <a:rPr lang="en-GB" sz="2800" b="1" dirty="0">
                    <a:solidFill>
                      <a:srgbClr val="FF0000"/>
                    </a:solidFill>
                  </a:rPr>
                  <a:t>lock Size</a:t>
                </a:r>
                <a:r>
                  <a:rPr lang="en-GB" sz="2800" b="1" cap="all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GB" sz="2800" i="1"/>
                      <m:t>𝑁</m:t>
                    </m:r>
                    <m:r>
                      <a:rPr lang="en-GB" sz="2800"/>
                      <m:t>=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GB" sz="2800"/>
                      <m:t>00</m:t>
                    </m:r>
                  </m:oMath>
                </a14:m>
                <a:r>
                  <a:rPr lang="en-GB" sz="2800" b="1" dirty="0"/>
                  <a:t> qubits / trial</a:t>
                </a:r>
              </a:p>
              <a:p>
                <a:endParaRPr lang="en-GB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6F41E2-7792-8A59-8BD6-237FD6E1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296255"/>
                <a:ext cx="8915400" cy="1384995"/>
              </a:xfrm>
              <a:prstGeom prst="rect">
                <a:avLst/>
              </a:prstGeom>
              <a:blipFill>
                <a:blip r:embed="rId5"/>
                <a:stretch>
                  <a:fillRect l="-1367" t="-4846" b="-114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EED7408-522F-9B5D-EFA6-76F3C4E2D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5990" y="2940062"/>
            <a:ext cx="7607046" cy="6367948"/>
          </a:xfrm>
          <a:prstGeom prst="rect">
            <a:avLst/>
          </a:prstGeom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81C7F580-8673-C4CD-0B36-A19852212DA3}"/>
              </a:ext>
            </a:extLst>
          </p:cNvPr>
          <p:cNvSpPr txBox="1"/>
          <p:nvPr/>
        </p:nvSpPr>
        <p:spPr>
          <a:xfrm>
            <a:off x="1703642" y="507154"/>
            <a:ext cx="5755101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3785" b="1" dirty="0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4. Quantum Approach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7AAC0CC4-CD65-8012-BED6-8C5F25F53E86}"/>
              </a:ext>
            </a:extLst>
          </p:cNvPr>
          <p:cNvSpPr/>
          <p:nvPr/>
        </p:nvSpPr>
        <p:spPr>
          <a:xfrm>
            <a:off x="321750" y="433526"/>
            <a:ext cx="1296035" cy="1206933"/>
          </a:xfrm>
          <a:custGeom>
            <a:avLst/>
            <a:gdLst/>
            <a:ahLst/>
            <a:cxnLst/>
            <a:rect l="l" t="t" r="r" b="b"/>
            <a:pathLst>
              <a:path w="1296035" h="1206933">
                <a:moveTo>
                  <a:pt x="0" y="0"/>
                </a:moveTo>
                <a:lnTo>
                  <a:pt x="1296035" y="0"/>
                </a:lnTo>
                <a:lnTo>
                  <a:pt x="1296035" y="1206932"/>
                </a:lnTo>
                <a:lnTo>
                  <a:pt x="0" y="1206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EAB194-7B12-E8B3-841A-66791F9AAC46}"/>
              </a:ext>
            </a:extLst>
          </p:cNvPr>
          <p:cNvSpPr txBox="1"/>
          <p:nvPr/>
        </p:nvSpPr>
        <p:spPr>
          <a:xfrm>
            <a:off x="9585990" y="9308010"/>
            <a:ext cx="8174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Figure 2. Details the lossy reduction from 2000 raw pulses to 382 secure key bits.</a:t>
            </a:r>
          </a:p>
        </p:txBody>
      </p:sp>
    </p:spTree>
    <p:extLst>
      <p:ext uri="{BB962C8B-B14F-4D97-AF65-F5344CB8AC3E}">
        <p14:creationId xmlns:p14="http://schemas.microsoft.com/office/powerpoint/2010/main" val="35095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AE1D-12BC-DEAE-2B64-4DF54FAF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33EF74-E924-6530-0E7A-F2F049BEBDEF}"/>
              </a:ext>
            </a:extLst>
          </p:cNvPr>
          <p:cNvSpPr/>
          <p:nvPr/>
        </p:nvSpPr>
        <p:spPr>
          <a:xfrm>
            <a:off x="1828800" y="-723900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8" y="0"/>
                </a:lnTo>
                <a:lnTo>
                  <a:pt x="28550448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t="-49969" b="-59256"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FD704D3-F1AB-297A-522C-86005A33DA06}"/>
              </a:ext>
            </a:extLst>
          </p:cNvPr>
          <p:cNvSpPr txBox="1"/>
          <p:nvPr/>
        </p:nvSpPr>
        <p:spPr>
          <a:xfrm>
            <a:off x="2133600" y="575806"/>
            <a:ext cx="8574501" cy="1508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E4714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II. </a:t>
            </a:r>
            <a:r>
              <a:rPr lang="en-GB" sz="4000" b="1" dirty="0">
                <a:solidFill>
                  <a:srgbClr val="0E4714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QBER without Eve vs. with Eve</a:t>
            </a:r>
          </a:p>
          <a:p>
            <a:pPr algn="ctr">
              <a:lnSpc>
                <a:spcPts val="6239"/>
              </a:lnSpc>
              <a:spcBef>
                <a:spcPct val="0"/>
              </a:spcBef>
            </a:pPr>
            <a:endParaRPr lang="en-US" sz="4000" b="1" dirty="0">
              <a:solidFill>
                <a:srgbClr val="0E4714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B226E-5FE1-85D6-F3A5-9D68A72E0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1700"/>
            <a:ext cx="7696200" cy="6313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8B5B7A-9EC3-2471-A202-A12DDE32F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579" y="2745501"/>
            <a:ext cx="8839200" cy="5733429"/>
          </a:xfrm>
          <a:prstGeom prst="rect">
            <a:avLst/>
          </a:prstGeom>
        </p:spPr>
      </p:pic>
      <p:pic>
        <p:nvPicPr>
          <p:cNvPr id="11" name="Google Shape;1608;p38" title="qhackathon_logo-removebg-preview.png">
            <a:extLst>
              <a:ext uri="{FF2B5EF4-FFF2-40B4-BE49-F238E27FC236}">
                <a16:creationId xmlns:a16="http://schemas.microsoft.com/office/drawing/2014/main" id="{CE4A9E19-78BF-EFC8-42A5-BBD89B9C84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BAE038-EB9E-DA50-A91F-558B90D48341}"/>
              </a:ext>
            </a:extLst>
          </p:cNvPr>
          <p:cNvSpPr txBox="1"/>
          <p:nvPr/>
        </p:nvSpPr>
        <p:spPr>
          <a:xfrm>
            <a:off x="457200" y="8929541"/>
            <a:ext cx="8174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Figure 3. Shows error rate rising with Eve's attack strength and crossing the 11.04% threshold.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C5F4F6-9B26-F038-3E59-651F60D3A061}"/>
              </a:ext>
            </a:extLst>
          </p:cNvPr>
          <p:cNvSpPr txBox="1"/>
          <p:nvPr/>
        </p:nvSpPr>
        <p:spPr>
          <a:xfrm>
            <a:off x="8719796" y="8880197"/>
            <a:ext cx="8174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Figure 4. Illustrates key generation speed.</a:t>
            </a:r>
          </a:p>
        </p:txBody>
      </p:sp>
    </p:spTree>
    <p:extLst>
      <p:ext uri="{BB962C8B-B14F-4D97-AF65-F5344CB8AC3E}">
        <p14:creationId xmlns:p14="http://schemas.microsoft.com/office/powerpoint/2010/main" val="241621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1C0F-D6FB-A154-273E-F722A2D62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78F9A8-2ED9-3042-9EEA-7AFE55F30815}"/>
              </a:ext>
            </a:extLst>
          </p:cNvPr>
          <p:cNvSpPr/>
          <p:nvPr/>
        </p:nvSpPr>
        <p:spPr>
          <a:xfrm>
            <a:off x="1801685" y="-437698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8" y="0"/>
                </a:lnTo>
                <a:lnTo>
                  <a:pt x="28550448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t="-49969" b="-59256"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85B8B0A-4F6E-6DBB-C46E-252FF0CBAE81}"/>
              </a:ext>
            </a:extLst>
          </p:cNvPr>
          <p:cNvSpPr txBox="1"/>
          <p:nvPr/>
        </p:nvSpPr>
        <p:spPr>
          <a:xfrm>
            <a:off x="1482988" y="5633016"/>
            <a:ext cx="12613101" cy="1508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endParaRPr lang="en-GB" sz="4000" b="1" dirty="0">
              <a:solidFill>
                <a:srgbClr val="0E4714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  <a:p>
            <a:pPr algn="ctr">
              <a:lnSpc>
                <a:spcPts val="6239"/>
              </a:lnSpc>
              <a:spcBef>
                <a:spcPct val="0"/>
              </a:spcBef>
            </a:pPr>
            <a:endParaRPr lang="en-US" sz="4000" b="1" dirty="0">
              <a:solidFill>
                <a:srgbClr val="0E4714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F72D42E-A993-21FE-8E91-2D329F1FE93D}"/>
              </a:ext>
            </a:extLst>
          </p:cNvPr>
          <p:cNvSpPr txBox="1"/>
          <p:nvPr/>
        </p:nvSpPr>
        <p:spPr>
          <a:xfrm>
            <a:off x="762000" y="2140619"/>
            <a:ext cx="8574501" cy="1508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0E4714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III. Noise experiment</a:t>
            </a:r>
          </a:p>
          <a:p>
            <a:pPr algn="ctr">
              <a:lnSpc>
                <a:spcPts val="6239"/>
              </a:lnSpc>
              <a:spcBef>
                <a:spcPct val="0"/>
              </a:spcBef>
            </a:pPr>
            <a:endParaRPr lang="en-US" sz="4000" b="1" dirty="0">
              <a:solidFill>
                <a:srgbClr val="0E4714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9548D5-B964-E42E-3BB7-F11C5001D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911" y="3347552"/>
            <a:ext cx="9676489" cy="5910748"/>
          </a:xfrm>
          <a:prstGeom prst="rect">
            <a:avLst/>
          </a:prstGeom>
        </p:spPr>
      </p:pic>
      <p:pic>
        <p:nvPicPr>
          <p:cNvPr id="11" name="Google Shape;1608;p38" title="qhackathon_logo-removebg-preview.png">
            <a:extLst>
              <a:ext uri="{FF2B5EF4-FFF2-40B4-BE49-F238E27FC236}">
                <a16:creationId xmlns:a16="http://schemas.microsoft.com/office/drawing/2014/main" id="{B164BE59-5336-D450-8C84-CA4DE21AC1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0" b="5650"/>
          <a:stretch/>
        </p:blipFill>
        <p:spPr>
          <a:xfrm>
            <a:off x="16611600" y="-38100"/>
            <a:ext cx="1676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91257E-1E98-BDEB-A48B-846E63EDB9E1}"/>
              </a:ext>
            </a:extLst>
          </p:cNvPr>
          <p:cNvSpPr txBox="1"/>
          <p:nvPr/>
        </p:nvSpPr>
        <p:spPr>
          <a:xfrm>
            <a:off x="4724400" y="9304067"/>
            <a:ext cx="8174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Figure 5. Maps the safe green region where noise stays below the security threshold.</a:t>
            </a:r>
          </a:p>
        </p:txBody>
      </p:sp>
    </p:spTree>
    <p:extLst>
      <p:ext uri="{BB962C8B-B14F-4D97-AF65-F5344CB8AC3E}">
        <p14:creationId xmlns:p14="http://schemas.microsoft.com/office/powerpoint/2010/main" val="4016574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01685" y="-437698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8" y="0"/>
                </a:lnTo>
                <a:lnTo>
                  <a:pt x="28550448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t="-49969" b="-59256"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2398299" y="2214247"/>
            <a:ext cx="10631901" cy="713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E4714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IV. Reconciliation and Privacy Amplification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E819CFB3-8731-55F0-A455-C245A2F91C10}"/>
              </a:ext>
            </a:extLst>
          </p:cNvPr>
          <p:cNvSpPr txBox="1"/>
          <p:nvPr/>
        </p:nvSpPr>
        <p:spPr>
          <a:xfrm>
            <a:off x="1646132" y="3347552"/>
            <a:ext cx="14430776" cy="6609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799" b="1" dirty="0">
                <a:solidFill>
                  <a:srgbClr val="0E471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Sifted Key to Secure Key</a:t>
            </a:r>
          </a:p>
          <a:p>
            <a:pPr algn="just">
              <a:lnSpc>
                <a:spcPts val="4559"/>
              </a:lnSpc>
            </a:pPr>
            <a:r>
              <a:rPr lang="en-GB" sz="3799" b="1" dirty="0">
                <a:solidFill>
                  <a:srgbClr val="0E4714"/>
                </a:solidFill>
                <a:latin typeface="Times New Roman"/>
                <a:cs typeface="Times New Roman"/>
                <a:sym typeface="Times New Roman Bold"/>
              </a:rPr>
              <a:t>Error Reconciliation </a:t>
            </a:r>
            <a:r>
              <a:rPr lang="en-GB" sz="3799" dirty="0">
                <a:solidFill>
                  <a:srgbClr val="0E4714"/>
                </a:solidFill>
                <a:latin typeface="Times New Roman"/>
                <a:cs typeface="Times New Roman"/>
                <a:sym typeface="Times New Roman Bold"/>
              </a:rPr>
              <a:t>corrects remaining key mismatches to ensure Alice and Bob share identical keys. </a:t>
            </a:r>
            <a:r>
              <a:rPr lang="en-GB" sz="3799" b="1" dirty="0">
                <a:solidFill>
                  <a:srgbClr val="0E4714"/>
                </a:solidFill>
                <a:latin typeface="Times New Roman"/>
                <a:cs typeface="Times New Roman"/>
                <a:sym typeface="Times New Roman Bold"/>
              </a:rPr>
              <a:t>Privacy Amplification </a:t>
            </a:r>
            <a:r>
              <a:rPr lang="en-GB" sz="3799" dirty="0">
                <a:solidFill>
                  <a:srgbClr val="0E4714"/>
                </a:solidFill>
                <a:latin typeface="Times New Roman"/>
                <a:cs typeface="Times New Roman"/>
                <a:sym typeface="Times New Roman Bold"/>
              </a:rPr>
              <a:t>then shrinks the key to completely eliminate any partial information intercepted by Eve.</a:t>
            </a:r>
          </a:p>
          <a:p>
            <a:pPr algn="just">
              <a:lnSpc>
                <a:spcPts val="4559"/>
              </a:lnSpc>
            </a:pPr>
            <a:endParaRPr lang="en-US" sz="3799" dirty="0">
              <a:solidFill>
                <a:srgbClr val="0E4714"/>
              </a:solidFill>
              <a:latin typeface="Times New Roman"/>
              <a:cs typeface="Times New Roman"/>
              <a:sym typeface="Times New Roman Bold"/>
            </a:endParaRPr>
          </a:p>
          <a:p>
            <a:pPr algn="ctr">
              <a:lnSpc>
                <a:spcPts val="4799"/>
              </a:lnSpc>
            </a:pPr>
            <a:r>
              <a:rPr lang="en-US" sz="3999" b="1" dirty="0">
                <a:solidFill>
                  <a:srgbClr val="0E471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Goal:</a:t>
            </a:r>
          </a:p>
          <a:p>
            <a:pPr algn="ctr">
              <a:lnSpc>
                <a:spcPts val="4799"/>
              </a:lnSpc>
            </a:pPr>
            <a:r>
              <a:rPr lang="en-US" sz="3999" b="1" dirty="0">
                <a:solidFill>
                  <a:srgbClr val="0E471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Correct the key → Reduce information leakage → Obtain a secure final key</a:t>
            </a:r>
          </a:p>
          <a:p>
            <a:pPr algn="ctr">
              <a:lnSpc>
                <a:spcPts val="4799"/>
              </a:lnSpc>
            </a:pPr>
            <a:endParaRPr lang="en-US" sz="3999" b="1" dirty="0">
              <a:solidFill>
                <a:srgbClr val="0E471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799"/>
              </a:lnSpc>
            </a:pPr>
            <a:endParaRPr lang="en-US" sz="3999" b="1" dirty="0">
              <a:solidFill>
                <a:srgbClr val="0E471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799"/>
              </a:lnSpc>
              <a:spcBef>
                <a:spcPct val="0"/>
              </a:spcBef>
            </a:pPr>
            <a:endParaRPr lang="en-US" sz="3999" b="1" dirty="0">
              <a:solidFill>
                <a:srgbClr val="0E471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 txBox="1"/>
          <p:nvPr/>
        </p:nvSpPr>
        <p:spPr>
          <a:xfrm>
            <a:off x="1016407" y="3283900"/>
            <a:ext cx="16230600" cy="13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n-US" sz="7200" b="1" dirty="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 = 1 – 2h(Q)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6407" y="4533900"/>
            <a:ext cx="16230600" cy="5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n-US" sz="2400" i="1" dirty="0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Shor–</a:t>
            </a:r>
            <a:r>
              <a:rPr lang="en-US" sz="2400" i="1" dirty="0" err="1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Preskill</a:t>
            </a:r>
            <a:r>
              <a:rPr lang="en-US" sz="2400" i="1" dirty="0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 secret key rate  •  R ∈ [0, 1]</a:t>
            </a:r>
          </a:p>
        </p:txBody>
      </p:sp>
      <p:sp>
        <p:nvSpPr>
          <p:cNvPr id="29" name="Card 29"/>
          <p:cNvSpPr/>
          <p:nvPr/>
        </p:nvSpPr>
        <p:spPr>
          <a:xfrm>
            <a:off x="1016407" y="5483900"/>
            <a:ext cx="7815300" cy="4700000"/>
          </a:xfrm>
          <a:prstGeom prst="roundRect">
            <a:avLst>
              <a:gd name="adj" fmla="val 4000"/>
            </a:avLst>
          </a:prstGeom>
          <a:solidFill>
            <a:srgbClr val="DEE1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331647" y="5833900"/>
            <a:ext cx="7215300" cy="6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n-US" sz="2800" b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What is h(Q)?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31647" y="6583900"/>
            <a:ext cx="7215300" cy="265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just">
              <a:lnSpc>
                <a:spcPct val="115000"/>
              </a:lnSpc>
            </a:pPr>
            <a:r>
              <a:rPr lang="en-US" sz="2000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Binary Shannon entropy – the fraction of the raw key Eve could know per bit, given a channel error rate Q. It equals: </a:t>
            </a:r>
          </a:p>
          <a:p>
            <a:pPr algn="just">
              <a:lnSpc>
                <a:spcPct val="115000"/>
              </a:lnSpc>
            </a:pPr>
            <a:r>
              <a:rPr lang="en-US" sz="2400" b="1" i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h(Q) = −</a:t>
            </a:r>
            <a:r>
              <a:rPr lang="en-US" sz="2400" b="1" i="1" dirty="0" err="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Qlog₂Q</a:t>
            </a:r>
            <a:r>
              <a:rPr lang="en-US" sz="2400" b="1" i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– (1−Q)log₂(1−Q)</a:t>
            </a:r>
          </a:p>
          <a:p>
            <a:pPr algn="just">
              <a:lnSpc>
                <a:spcPct val="115000"/>
              </a:lnSpc>
            </a:pPr>
            <a:r>
              <a:rPr lang="en-US" sz="2000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It grows with Q, eating into the final secure key rate R.</a:t>
            </a:r>
          </a:p>
        </p:txBody>
      </p:sp>
      <p:sp>
        <p:nvSpPr>
          <p:cNvPr id="32" name="Card 32"/>
          <p:cNvSpPr/>
          <p:nvPr/>
        </p:nvSpPr>
        <p:spPr>
          <a:xfrm>
            <a:off x="9431707" y="5483900"/>
            <a:ext cx="7815300" cy="4700000"/>
          </a:xfrm>
          <a:prstGeom prst="roundRect">
            <a:avLst>
              <a:gd name="adj" fmla="val 4000"/>
            </a:avLst>
          </a:prstGeom>
          <a:solidFill>
            <a:srgbClr val="DEE1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9746947" y="5833900"/>
            <a:ext cx="7215300" cy="6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n-US" sz="2800" b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Limitations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31707" y="6286520"/>
            <a:ext cx="7215300" cy="380998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28600" indent="-228600" algn="l">
              <a:lnSpc>
                <a:spcPct val="108000"/>
              </a:lnSpc>
            </a:pPr>
            <a:r>
              <a:rPr lang="en-US" b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1. Photon Number Splitting (PNS): </a:t>
            </a:r>
            <a:r>
              <a:rPr lang="en-US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multi-photon pulses leak info without raising QBER</a:t>
            </a:r>
          </a:p>
          <a:p>
            <a:pPr marL="228600" indent="-228600" algn="l">
              <a:lnSpc>
                <a:spcPct val="108000"/>
              </a:lnSpc>
              <a:spcBef>
                <a:spcPts val="400"/>
              </a:spcBef>
            </a:pPr>
            <a:r>
              <a:rPr lang="en-US" b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2. Channel loss &amp; distance: </a:t>
            </a:r>
            <a:r>
              <a:rPr lang="en-US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loss caps range to ~100–200 km of fiber</a:t>
            </a:r>
          </a:p>
          <a:p>
            <a:pPr marL="228600" indent="-228600" algn="l">
              <a:lnSpc>
                <a:spcPct val="108000"/>
              </a:lnSpc>
              <a:spcBef>
                <a:spcPts val="400"/>
              </a:spcBef>
            </a:pPr>
            <a:r>
              <a:rPr lang="en-US" b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3. Detector side-channels: </a:t>
            </a:r>
            <a:r>
              <a:rPr lang="en-US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blinding &amp; time-shift attacks on real hardware</a:t>
            </a:r>
          </a:p>
          <a:p>
            <a:pPr marL="228600" indent="-228600" algn="l">
              <a:lnSpc>
                <a:spcPct val="108000"/>
              </a:lnSpc>
              <a:spcBef>
                <a:spcPts val="400"/>
              </a:spcBef>
            </a:pPr>
            <a:r>
              <a:rPr lang="en-US" b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4. Finite-key effects: </a:t>
            </a:r>
            <a:r>
              <a:rPr lang="en-US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real finite keys fall short of asymptotic proofs</a:t>
            </a:r>
          </a:p>
          <a:p>
            <a:pPr marL="228600" indent="-228600" algn="l">
              <a:lnSpc>
                <a:spcPct val="108000"/>
              </a:lnSpc>
              <a:spcBef>
                <a:spcPts val="400"/>
              </a:spcBef>
            </a:pPr>
            <a:r>
              <a:rPr lang="en-US" b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5. Authentication requirement: </a:t>
            </a:r>
            <a:r>
              <a:rPr lang="en-US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classical channel needs a pre-shared secret</a:t>
            </a:r>
          </a:p>
          <a:p>
            <a:pPr marL="228600" indent="-228600" algn="l">
              <a:lnSpc>
                <a:spcPct val="108000"/>
              </a:lnSpc>
              <a:spcBef>
                <a:spcPts val="400"/>
              </a:spcBef>
            </a:pPr>
            <a:r>
              <a:rPr lang="en-US" b="1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6. Key rate vs. distance tradeoff: </a:t>
            </a:r>
            <a:r>
              <a:rPr lang="en-US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more correction &amp; distance = lower final key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3200" y="1788100"/>
            <a:ext cx="12801600" cy="1122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469"/>
              </a:lnSpc>
            </a:pPr>
            <a:r>
              <a:rPr lang="en-US" sz="3785" b="1" dirty="0">
                <a:solidFill>
                  <a:srgbClr val="0E4714"/>
                </a:solidFill>
                <a:latin typeface="Gotham Bold"/>
                <a:cs typeface="Gotham Bold"/>
                <a:sym typeface="Times New Roman MT Condensed"/>
              </a:rPr>
              <a:t>VI. Security Threshold</a:t>
            </a:r>
          </a:p>
        </p:txBody>
      </p:sp>
      <p:pic>
        <p:nvPicPr>
          <p:cNvPr id="6" name="Google Shape;1608;p38" title="qhackathon_logo-removebg-preview.png">
            <a:extLst>
              <a:ext uri="{FF2B5EF4-FFF2-40B4-BE49-F238E27FC236}">
                <a16:creationId xmlns:a16="http://schemas.microsoft.com/office/drawing/2014/main" id="{6F526D11-FDFE-AC66-42C6-FFDF3A51E1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650" b="5650"/>
          <a:stretch/>
        </p:blipFill>
        <p:spPr>
          <a:xfrm>
            <a:off x="16611600" y="-38100"/>
            <a:ext cx="16764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9CEA-7DE3-A696-AD13-939E81FE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AEA780-3520-B1F9-17ED-BE5A1E7A2F3D}"/>
              </a:ext>
            </a:extLst>
          </p:cNvPr>
          <p:cNvSpPr txBox="1"/>
          <p:nvPr/>
        </p:nvSpPr>
        <p:spPr>
          <a:xfrm>
            <a:off x="1028701" y="3751896"/>
            <a:ext cx="6743700" cy="1331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44"/>
              </a:lnSpc>
            </a:pPr>
            <a:endParaRPr lang="en-US" sz="9404" i="1" spc="-178" dirty="0">
              <a:solidFill>
                <a:srgbClr val="0E4714"/>
              </a:solidFill>
              <a:latin typeface="Times New Roman MT Condensed Italics"/>
              <a:ea typeface="Times New Roman MT Condensed Italics"/>
              <a:cs typeface="Times New Roman MT Condensed Italics"/>
              <a:sym typeface="Times New Roman MT Condensed Itali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EAB1FD8-38B9-E747-C666-D835EE1DEA1C}"/>
              </a:ext>
            </a:extLst>
          </p:cNvPr>
          <p:cNvSpPr/>
          <p:nvPr/>
        </p:nvSpPr>
        <p:spPr>
          <a:xfrm>
            <a:off x="1703642" y="-513273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BFFE2D-82C5-9978-37EE-50CA76CB544C}"/>
              </a:ext>
            </a:extLst>
          </p:cNvPr>
          <p:cNvSpPr txBox="1"/>
          <p:nvPr/>
        </p:nvSpPr>
        <p:spPr>
          <a:xfrm>
            <a:off x="2398299" y="2214247"/>
            <a:ext cx="3759405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3785" b="1" dirty="0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5. Conclusion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29F8C87-BB69-1B83-B9A7-EB2687FD87BC}"/>
              </a:ext>
            </a:extLst>
          </p:cNvPr>
          <p:cNvSpPr/>
          <p:nvPr/>
        </p:nvSpPr>
        <p:spPr>
          <a:xfrm>
            <a:off x="1016407" y="2140619"/>
            <a:ext cx="1296035" cy="1206933"/>
          </a:xfrm>
          <a:custGeom>
            <a:avLst/>
            <a:gdLst/>
            <a:ahLst/>
            <a:cxnLst/>
            <a:rect l="l" t="t" r="r" b="b"/>
            <a:pathLst>
              <a:path w="1296035" h="1206933">
                <a:moveTo>
                  <a:pt x="0" y="0"/>
                </a:moveTo>
                <a:lnTo>
                  <a:pt x="1296035" y="0"/>
                </a:lnTo>
                <a:lnTo>
                  <a:pt x="1296035" y="1206932"/>
                </a:lnTo>
                <a:lnTo>
                  <a:pt x="0" y="1206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27891-0E8D-65D3-81D7-F91DCE0F3EA0}"/>
              </a:ext>
            </a:extLst>
          </p:cNvPr>
          <p:cNvSpPr txBox="1"/>
          <p:nvPr/>
        </p:nvSpPr>
        <p:spPr>
          <a:xfrm>
            <a:off x="1727704" y="3619500"/>
            <a:ext cx="135884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GB" sz="2800" b="1" dirty="0">
                <a:latin typeface="Abadi" panose="020B0604020104020204" pitchFamily="34" charset="0"/>
              </a:rPr>
              <a:t>Eavesdropping:</a:t>
            </a:r>
            <a:r>
              <a:rPr lang="en-GB" sz="2800" dirty="0">
                <a:latin typeface="Abadi" panose="020B0604020104020204" pitchFamily="34" charset="0"/>
              </a:rPr>
              <a:t> Increasing attack strength raises QBER and reduces the secret key rate to zero around η ≈ 0.44–0.50.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GB" sz="2800" dirty="0">
              <a:latin typeface="Abadi" panose="020B0604020104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GB" sz="2800" b="1" dirty="0">
                <a:latin typeface="Abadi" panose="020B0604020104020204" pitchFamily="34" charset="0"/>
              </a:rPr>
              <a:t>Noise:</a:t>
            </a:r>
            <a:r>
              <a:rPr lang="en-GB" sz="2800" dirty="0">
                <a:latin typeface="Abadi" panose="020B0604020104020204" pitchFamily="34" charset="0"/>
              </a:rPr>
              <a:t> Depolarizing noise (0–5%) increases QBER and lowers key rates.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GB" sz="2800" dirty="0">
              <a:latin typeface="Abadi" panose="020B0604020104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GB" sz="2800" b="1" dirty="0">
                <a:latin typeface="Abadi" panose="020B0604020104020204" pitchFamily="34" charset="0"/>
              </a:rPr>
              <a:t>Stability:</a:t>
            </a:r>
            <a:r>
              <a:rPr lang="en-GB" sz="2800" dirty="0">
                <a:latin typeface="Abadi" panose="020B0604020104020204" pitchFamily="34" charset="0"/>
              </a:rPr>
              <a:t> 20 trials smooth out fluctuations and improve result reliability. </a:t>
            </a:r>
          </a:p>
        </p:txBody>
      </p:sp>
      <p:pic>
        <p:nvPicPr>
          <p:cNvPr id="10" name="Google Shape;1608;p38" title="qhackathon_logo-removebg-preview.png">
            <a:extLst>
              <a:ext uri="{FF2B5EF4-FFF2-40B4-BE49-F238E27FC236}">
                <a16:creationId xmlns:a16="http://schemas.microsoft.com/office/drawing/2014/main" id="{5AAA74D5-EED9-619E-C757-C9792BD5EBC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946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0515" y="-2377820"/>
            <a:ext cx="19285436" cy="15042640"/>
          </a:xfrm>
          <a:custGeom>
            <a:avLst/>
            <a:gdLst/>
            <a:ahLst/>
            <a:cxnLst/>
            <a:rect l="l" t="t" r="r" b="b"/>
            <a:pathLst>
              <a:path w="19285436" h="15042640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819150" y="2700805"/>
            <a:ext cx="16440150" cy="344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68"/>
              </a:lnSpc>
              <a:spcBef>
                <a:spcPct val="0"/>
              </a:spcBef>
            </a:pPr>
            <a:r>
              <a:rPr lang="en-US" sz="18120" i="1" spc="-906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Thank you.</a:t>
            </a:r>
          </a:p>
        </p:txBody>
      </p:sp>
      <p:pic>
        <p:nvPicPr>
          <p:cNvPr id="8" name="Google Shape;1608;p38" title="qhackathon_logo-removebg-preview.png">
            <a:extLst>
              <a:ext uri="{FF2B5EF4-FFF2-40B4-BE49-F238E27FC236}">
                <a16:creationId xmlns:a16="http://schemas.microsoft.com/office/drawing/2014/main" id="{4EBEE9D3-15F6-3207-689F-4C2A82E7C3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650" b="5650"/>
          <a:stretch/>
        </p:blipFill>
        <p:spPr>
          <a:xfrm>
            <a:off x="16611600" y="0"/>
            <a:ext cx="16764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566</Words>
  <Application>Microsoft Office PowerPoint</Application>
  <PresentationFormat>Custom</PresentationFormat>
  <Paragraphs>82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Times New Roman</vt:lpstr>
      <vt:lpstr>Times New Roman Bold</vt:lpstr>
      <vt:lpstr>Times New Roman MT Condensed</vt:lpstr>
      <vt:lpstr>Times New Roman MT Condensed Bold</vt:lpstr>
      <vt:lpstr>Cambria Math</vt:lpstr>
      <vt:lpstr>Gotham Bold</vt:lpstr>
      <vt:lpstr>Arial</vt:lpstr>
      <vt:lpstr>Berlin Sans FB Demi</vt:lpstr>
      <vt:lpstr>Abadi</vt:lpstr>
      <vt:lpstr>Wingdings</vt:lpstr>
      <vt:lpstr>Times New Roman MT Condensed Italics</vt:lpstr>
      <vt:lpstr>Aptos</vt:lpstr>
      <vt:lpstr>Gotham</vt:lpstr>
      <vt:lpstr>Neue Haas Grotesk Text Pro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Minimalist Professional Tech Start-Up Pitch Deck Presentation</dc:title>
  <dc:creator>Esraa Mohamed</dc:creator>
  <cp:lastModifiedBy>Esraa Mohamed</cp:lastModifiedBy>
  <cp:revision>5</cp:revision>
  <dcterms:created xsi:type="dcterms:W3CDTF">2006-08-16T00:00:00Z</dcterms:created>
  <dcterms:modified xsi:type="dcterms:W3CDTF">2026-09-08T10:47:46Z</dcterms:modified>
  <dc:identifier>DAHUjeYAQ7c</dc:identifier>
</cp:coreProperties>
</file>